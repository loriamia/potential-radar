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7" r:id="rId3"/>
    <p:sldId id="258" r:id="rId4"/>
    <p:sldId id="259" r:id="rId5"/>
    <p:sldId id="282" r:id="rId6"/>
    <p:sldId id="267" r:id="rId7"/>
    <p:sldId id="287" r:id="rId8"/>
    <p:sldId id="264" r:id="rId9"/>
    <p:sldId id="283" r:id="rId10"/>
    <p:sldId id="284" r:id="rId11"/>
    <p:sldId id="285" r:id="rId12"/>
    <p:sldId id="286" r:id="rId13"/>
    <p:sldId id="269" r:id="rId14"/>
    <p:sldId id="278" r:id="rId15"/>
    <p:sldId id="268" r:id="rId16"/>
    <p:sldId id="266" r:id="rId17"/>
    <p:sldId id="279" r:id="rId18"/>
  </p:sldIdLst>
  <p:sldSz cx="12192000" cy="6858000"/>
  <p:notesSz cx="6858000" cy="9144000"/>
  <p:embeddedFontLst>
    <p:embeddedFont>
      <p:font typeface="微软雅黑 Light" panose="020B0502040204020203" pitchFamily="34" charset="-122"/>
      <p:regular r:id="rId23"/>
    </p:embeddedFont>
    <p:embeddedFont>
      <p:font typeface="Segoe UI Light" panose="020B0502040204020203" charset="0"/>
      <p:regular r:id="rId24"/>
      <p:italic r:id="rId25"/>
    </p:embeddedFont>
    <p:embeddedFont>
      <p:font typeface="微软雅黑" panose="020B0503020204020204" pitchFamily="34" charset="-122"/>
      <p:regular r:id="rId26"/>
    </p:embeddedFont>
    <p:embeddedFont>
      <p:font typeface="等线" panose="02010600030101010101" charset="-122"/>
      <p:regular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2" y="9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系列 3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94554255"/>
        <c:axId val="1694559247"/>
      </c:barChart>
      <c:catAx>
        <c:axId val="16945542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阿里巴巴普惠体 B" panose="00020600040101010101" pitchFamily="18" charset="-122"/>
              </a:defRPr>
            </a:pPr>
          </a:p>
        </c:txPr>
        <c:crossAx val="1694559247"/>
        <c:crosses val="autoZero"/>
        <c:auto val="1"/>
        <c:lblAlgn val="ctr"/>
        <c:lblOffset val="100"/>
        <c:noMultiLvlLbl val="0"/>
      </c:catAx>
      <c:valAx>
        <c:axId val="1694559247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阿里巴巴普惠体 B" panose="00020600040101010101" pitchFamily="18" charset="-122"/>
              </a:defRPr>
            </a:pPr>
          </a:p>
        </c:txPr>
        <c:crossAx val="16945542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1734a73-0988-47bc-9b60-340f019bd3c8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j-ea"/>
          <a:ea typeface="+mj-ea"/>
          <a:cs typeface="阿里巴巴普惠体 B" panose="00020600040101010101" pitchFamily="18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E7185-42D0-4578-8BCC-28E6343065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E98D6-2773-4E51-B3BF-88A49EDA7FD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5" Type="http://schemas.openxmlformats.org/officeDocument/2006/relationships/image" Target="../media/image14.svg"/><Relationship Id="rId14" Type="http://schemas.openxmlformats.org/officeDocument/2006/relationships/image" Target="../media/image13.png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: 空心 6"/>
          <p:cNvSpPr/>
          <p:nvPr userDrawn="1"/>
        </p:nvSpPr>
        <p:spPr>
          <a:xfrm>
            <a:off x="3893457" y="1226457"/>
            <a:ext cx="4405086" cy="4405086"/>
          </a:xfrm>
          <a:prstGeom prst="donut">
            <a:avLst>
              <a:gd name="adj" fmla="val 9181"/>
            </a:avLst>
          </a:prstGeom>
          <a:gradFill>
            <a:gsLst>
              <a:gs pos="74000">
                <a:schemeClr val="accent1">
                  <a:alpha val="1000"/>
                </a:schemeClr>
              </a:gs>
              <a:gs pos="26000">
                <a:schemeClr val="accent1">
                  <a:alpha val="1000"/>
                </a:schemeClr>
              </a:gs>
              <a:gs pos="50000">
                <a:schemeClr val="accent1">
                  <a:alpha val="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: 空心 7"/>
          <p:cNvSpPr/>
          <p:nvPr userDrawn="1"/>
        </p:nvSpPr>
        <p:spPr>
          <a:xfrm>
            <a:off x="-573315" y="-3240315"/>
            <a:ext cx="13338630" cy="13338630"/>
          </a:xfrm>
          <a:prstGeom prst="donut">
            <a:avLst>
              <a:gd name="adj" fmla="val 6333"/>
            </a:avLst>
          </a:prstGeom>
          <a:gradFill>
            <a:gsLst>
              <a:gs pos="74000">
                <a:schemeClr val="accent1">
                  <a:alpha val="0"/>
                </a:schemeClr>
              </a:gs>
              <a:gs pos="26000">
                <a:schemeClr val="accent1">
                  <a:alpha val="0"/>
                </a:schemeClr>
              </a:gs>
              <a:gs pos="50000">
                <a:schemeClr val="accent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圆: 空心 8"/>
          <p:cNvSpPr/>
          <p:nvPr userDrawn="1"/>
        </p:nvSpPr>
        <p:spPr>
          <a:xfrm>
            <a:off x="1466850" y="-1200150"/>
            <a:ext cx="9258300" cy="9258300"/>
          </a:xfrm>
          <a:prstGeom prst="donut">
            <a:avLst>
              <a:gd name="adj" fmla="val 3392"/>
            </a:avLst>
          </a:prstGeom>
          <a:gradFill>
            <a:gsLst>
              <a:gs pos="74000">
                <a:schemeClr val="accent1">
                  <a:alpha val="0"/>
                </a:schemeClr>
              </a:gs>
              <a:gs pos="26000">
                <a:schemeClr val="accent1">
                  <a:alpha val="0"/>
                </a:schemeClr>
              </a:gs>
              <a:gs pos="50000">
                <a:schemeClr val="accent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 rot="1160927" flipH="1">
            <a:off x="533659" y="6176575"/>
            <a:ext cx="941340" cy="589938"/>
            <a:chOff x="10927405" y="4655344"/>
            <a:chExt cx="645470" cy="404516"/>
          </a:xfrm>
        </p:grpSpPr>
        <p:sp>
          <p:nvSpPr>
            <p:cNvPr id="11" name="对话气泡: 圆角矩形 10"/>
            <p:cNvSpPr/>
            <p:nvPr/>
          </p:nvSpPr>
          <p:spPr>
            <a:xfrm>
              <a:off x="10927405" y="4655344"/>
              <a:ext cx="645470" cy="404516"/>
            </a:xfrm>
            <a:prstGeom prst="wedgeRoundRectCallout">
              <a:avLst>
                <a:gd name="adj1" fmla="val -31250"/>
                <a:gd name="adj2" fmla="val 65609"/>
                <a:gd name="adj3" fmla="val 16667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80511" y="4687973"/>
              <a:ext cx="339258" cy="339258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 userDrawn="1"/>
        </p:nvGrpSpPr>
        <p:grpSpPr>
          <a:xfrm>
            <a:off x="1429541" y="4181823"/>
            <a:ext cx="814708" cy="510578"/>
            <a:chOff x="1429541" y="4181823"/>
            <a:chExt cx="814708" cy="510578"/>
          </a:xfrm>
        </p:grpSpPr>
        <p:sp>
          <p:nvSpPr>
            <p:cNvPr id="14" name="对话气泡: 圆角矩形 13"/>
            <p:cNvSpPr/>
            <p:nvPr/>
          </p:nvSpPr>
          <p:spPr>
            <a:xfrm rot="19872640" flipH="1">
              <a:off x="1429541" y="4181823"/>
              <a:ext cx="814708" cy="510578"/>
            </a:xfrm>
            <a:prstGeom prst="wedgeRoundRectCallout">
              <a:avLst>
                <a:gd name="adj1" fmla="val -31250"/>
                <a:gd name="adj2" fmla="val 65609"/>
                <a:gd name="adj3" fmla="val 16667"/>
              </a:avLst>
            </a:prstGeom>
            <a:gradFill>
              <a:gsLst>
                <a:gs pos="0">
                  <a:schemeClr val="accent3">
                    <a:alpha val="69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形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808407">
              <a:off x="1647889" y="4248106"/>
              <a:ext cx="378012" cy="378012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 userDrawn="1"/>
        </p:nvGrpSpPr>
        <p:grpSpPr>
          <a:xfrm>
            <a:off x="9926856" y="1861289"/>
            <a:ext cx="792884" cy="496902"/>
            <a:chOff x="9926856" y="1861289"/>
            <a:chExt cx="792884" cy="496902"/>
          </a:xfrm>
        </p:grpSpPr>
        <p:sp>
          <p:nvSpPr>
            <p:cNvPr id="17" name="对话气泡: 圆角矩形 16"/>
            <p:cNvSpPr/>
            <p:nvPr/>
          </p:nvSpPr>
          <p:spPr>
            <a:xfrm rot="1074474">
              <a:off x="9926856" y="1861289"/>
              <a:ext cx="792884" cy="496902"/>
            </a:xfrm>
            <a:prstGeom prst="wedgeRoundRectCallout">
              <a:avLst>
                <a:gd name="adj1" fmla="val -31250"/>
                <a:gd name="adj2" fmla="val 65609"/>
                <a:gd name="adj3" fmla="val 16667"/>
              </a:avLst>
            </a:prstGeom>
            <a:gradFill>
              <a:gsLst>
                <a:gs pos="0">
                  <a:schemeClr val="accent3">
                    <a:alpha val="8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形 17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306638">
              <a:off x="10147530" y="1933972"/>
              <a:ext cx="351536" cy="351536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 userDrawn="1"/>
        </p:nvGrpSpPr>
        <p:grpSpPr>
          <a:xfrm>
            <a:off x="1474892" y="986574"/>
            <a:ext cx="520746" cy="326352"/>
            <a:chOff x="1996022" y="1588248"/>
            <a:chExt cx="520746" cy="326352"/>
          </a:xfrm>
        </p:grpSpPr>
        <p:sp>
          <p:nvSpPr>
            <p:cNvPr id="20" name="对话气泡: 圆角矩形 19"/>
            <p:cNvSpPr/>
            <p:nvPr/>
          </p:nvSpPr>
          <p:spPr>
            <a:xfrm rot="20014873">
              <a:off x="1996022" y="1588248"/>
              <a:ext cx="520746" cy="326352"/>
            </a:xfrm>
            <a:prstGeom prst="wedgeRoundRectCallout">
              <a:avLst>
                <a:gd name="adj1" fmla="val -31250"/>
                <a:gd name="adj2" fmla="val 65609"/>
                <a:gd name="adj3" fmla="val 16667"/>
              </a:avLst>
            </a:prstGeom>
            <a:gradFill>
              <a:gsLst>
                <a:gs pos="0">
                  <a:schemeClr val="accent3">
                    <a:alpha val="67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822341">
              <a:off x="2118017" y="1613046"/>
              <a:ext cx="276756" cy="276756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 userDrawn="1"/>
        </p:nvGrpSpPr>
        <p:grpSpPr>
          <a:xfrm>
            <a:off x="9295503" y="5770907"/>
            <a:ext cx="397900" cy="249364"/>
            <a:chOff x="9295503" y="5770907"/>
            <a:chExt cx="397900" cy="249364"/>
          </a:xfrm>
        </p:grpSpPr>
        <p:sp>
          <p:nvSpPr>
            <p:cNvPr id="23" name="对话气泡: 圆角矩形 22"/>
            <p:cNvSpPr/>
            <p:nvPr/>
          </p:nvSpPr>
          <p:spPr>
            <a:xfrm rot="651194">
              <a:off x="9295503" y="5770907"/>
              <a:ext cx="397900" cy="249364"/>
            </a:xfrm>
            <a:prstGeom prst="wedgeRoundRectCallout">
              <a:avLst>
                <a:gd name="adj1" fmla="val -31250"/>
                <a:gd name="adj2" fmla="val 65609"/>
                <a:gd name="adj3" fmla="val 16667"/>
              </a:avLst>
            </a:prstGeom>
            <a:gradFill>
              <a:gsLst>
                <a:gs pos="0">
                  <a:schemeClr val="accent3">
                    <a:alpha val="58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406742" y="5807878"/>
              <a:ext cx="175422" cy="175422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 userDrawn="1"/>
        </p:nvGrpSpPr>
        <p:grpSpPr>
          <a:xfrm>
            <a:off x="4722303" y="4699712"/>
            <a:ext cx="397900" cy="249364"/>
            <a:chOff x="4722303" y="4699712"/>
            <a:chExt cx="397900" cy="249364"/>
          </a:xfrm>
        </p:grpSpPr>
        <p:sp>
          <p:nvSpPr>
            <p:cNvPr id="26" name="对话气泡: 圆角矩形 25"/>
            <p:cNvSpPr/>
            <p:nvPr/>
          </p:nvSpPr>
          <p:spPr>
            <a:xfrm rot="20798607" flipH="1">
              <a:off x="4722303" y="4699712"/>
              <a:ext cx="397900" cy="249364"/>
            </a:xfrm>
            <a:prstGeom prst="wedgeRoundRectCallout">
              <a:avLst>
                <a:gd name="adj1" fmla="val -31250"/>
                <a:gd name="adj2" fmla="val 65609"/>
                <a:gd name="adj3" fmla="val 16667"/>
              </a:avLst>
            </a:prstGeom>
            <a:gradFill>
              <a:gsLst>
                <a:gs pos="0">
                  <a:schemeClr val="accent3">
                    <a:alpha val="58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609839">
              <a:off x="4806953" y="4710094"/>
              <a:ext cx="228600" cy="228600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 userDrawn="1"/>
        </p:nvGrpSpPr>
        <p:grpSpPr>
          <a:xfrm>
            <a:off x="11612436" y="4863562"/>
            <a:ext cx="941340" cy="589938"/>
            <a:chOff x="11612436" y="4863562"/>
            <a:chExt cx="941340" cy="589938"/>
          </a:xfrm>
        </p:grpSpPr>
        <p:sp>
          <p:nvSpPr>
            <p:cNvPr id="29" name="对话气泡: 圆角矩形 28"/>
            <p:cNvSpPr/>
            <p:nvPr/>
          </p:nvSpPr>
          <p:spPr>
            <a:xfrm rot="1307322">
              <a:off x="11612436" y="4863562"/>
              <a:ext cx="941340" cy="589938"/>
            </a:xfrm>
            <a:prstGeom prst="wedgeRoundRectCallout">
              <a:avLst>
                <a:gd name="adj1" fmla="val -31250"/>
                <a:gd name="adj2" fmla="val 65609"/>
                <a:gd name="adj3" fmla="val 16667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357808">
              <a:off x="11799123" y="4874548"/>
              <a:ext cx="567966" cy="567966"/>
            </a:xfrm>
            <a:prstGeom prst="rect">
              <a:avLst/>
            </a:prstGeom>
          </p:spPr>
        </p:pic>
      </p:grpSp>
      <p:sp>
        <p:nvSpPr>
          <p:cNvPr id="31" name="矩形 30"/>
          <p:cNvSpPr/>
          <p:nvPr userDrawn="1"/>
        </p:nvSpPr>
        <p:spPr>
          <a:xfrm>
            <a:off x="12192000" y="-478972"/>
            <a:ext cx="1487715" cy="821508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 flipH="1">
            <a:off x="-2465964" y="-478972"/>
            <a:ext cx="2465963" cy="821508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 userDrawn="1"/>
        </p:nvSpPr>
        <p:spPr>
          <a:xfrm flipH="1" flipV="1">
            <a:off x="-798288" y="6872512"/>
            <a:ext cx="13759544" cy="1589313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711199" y="1168399"/>
            <a:ext cx="4521202" cy="4521202"/>
            <a:chOff x="1466850" y="-1200150"/>
            <a:chExt cx="9258300" cy="9258300"/>
          </a:xfrm>
        </p:grpSpPr>
        <p:sp>
          <p:nvSpPr>
            <p:cNvPr id="8" name="圆: 空心 7"/>
            <p:cNvSpPr/>
            <p:nvPr/>
          </p:nvSpPr>
          <p:spPr>
            <a:xfrm>
              <a:off x="3893457" y="1226457"/>
              <a:ext cx="4405086" cy="4405086"/>
            </a:xfrm>
            <a:prstGeom prst="donut">
              <a:avLst>
                <a:gd name="adj" fmla="val 9181"/>
              </a:avLst>
            </a:prstGeom>
            <a:gradFill>
              <a:gsLst>
                <a:gs pos="74000">
                  <a:schemeClr val="accent1">
                    <a:alpha val="1000"/>
                  </a:schemeClr>
                </a:gs>
                <a:gs pos="26000">
                  <a:schemeClr val="accent1">
                    <a:alpha val="1000"/>
                  </a:schemeClr>
                </a:gs>
                <a:gs pos="50000">
                  <a:schemeClr val="accent1">
                    <a:alpha val="4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圆: 空心 8"/>
            <p:cNvSpPr/>
            <p:nvPr/>
          </p:nvSpPr>
          <p:spPr>
            <a:xfrm>
              <a:off x="1466850" y="-1200150"/>
              <a:ext cx="9258300" cy="9258300"/>
            </a:xfrm>
            <a:prstGeom prst="donut">
              <a:avLst>
                <a:gd name="adj" fmla="val 3392"/>
              </a:avLst>
            </a:prstGeom>
            <a:gradFill>
              <a:gsLst>
                <a:gs pos="74000">
                  <a:schemeClr val="accent1">
                    <a:alpha val="0"/>
                  </a:schemeClr>
                </a:gs>
                <a:gs pos="26000">
                  <a:schemeClr val="accent1">
                    <a:alpha val="0"/>
                  </a:schemeClr>
                </a:gs>
                <a:gs pos="50000">
                  <a:schemeClr val="accent1"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空心弧 9"/>
          <p:cNvSpPr/>
          <p:nvPr userDrawn="1"/>
        </p:nvSpPr>
        <p:spPr>
          <a:xfrm>
            <a:off x="1130299" y="1587500"/>
            <a:ext cx="3683000" cy="3683000"/>
          </a:xfrm>
          <a:prstGeom prst="blockArc">
            <a:avLst>
              <a:gd name="adj1" fmla="val 13759388"/>
              <a:gd name="adj2" fmla="val 4847931"/>
              <a:gd name="adj3" fmla="val 19635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空心弧 10"/>
          <p:cNvSpPr/>
          <p:nvPr userDrawn="1"/>
        </p:nvSpPr>
        <p:spPr>
          <a:xfrm>
            <a:off x="10746016" y="6226629"/>
            <a:ext cx="1973942" cy="1973942"/>
          </a:xfrm>
          <a:prstGeom prst="blockArc">
            <a:avLst>
              <a:gd name="adj1" fmla="val 10256306"/>
              <a:gd name="adj2" fmla="val 28202"/>
              <a:gd name="adj3" fmla="val 21609"/>
            </a:avLst>
          </a:prstGeom>
          <a:gradFill flip="none" rotWithShape="1">
            <a:gsLst>
              <a:gs pos="92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8103505" y="6572249"/>
            <a:ext cx="2752272" cy="170561"/>
            <a:chOff x="-330200" y="4580518"/>
            <a:chExt cx="5600700" cy="347082"/>
          </a:xfrm>
        </p:grpSpPr>
        <p:sp>
          <p:nvSpPr>
            <p:cNvPr id="13" name="矩形: 圆角 12"/>
            <p:cNvSpPr/>
            <p:nvPr/>
          </p:nvSpPr>
          <p:spPr>
            <a:xfrm>
              <a:off x="-63499" y="4580518"/>
              <a:ext cx="5333999" cy="2634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accent2">
                    <a:alpha val="11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-330200" y="4760283"/>
              <a:ext cx="4470400" cy="16731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accent2">
                    <a:alpha val="11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 userDrawn="1"/>
        </p:nvSpPr>
        <p:spPr>
          <a:xfrm>
            <a:off x="12192000" y="-478972"/>
            <a:ext cx="1487715" cy="821508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 flipH="1" flipV="1">
            <a:off x="-798288" y="6872512"/>
            <a:ext cx="13759544" cy="1589313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3410857" y="390182"/>
            <a:ext cx="5370286" cy="5370286"/>
            <a:chOff x="1466850" y="-1200150"/>
            <a:chExt cx="9258300" cy="9258300"/>
          </a:xfrm>
        </p:grpSpPr>
        <p:sp>
          <p:nvSpPr>
            <p:cNvPr id="8" name="圆: 空心 7"/>
            <p:cNvSpPr/>
            <p:nvPr/>
          </p:nvSpPr>
          <p:spPr>
            <a:xfrm>
              <a:off x="3893457" y="1226457"/>
              <a:ext cx="4405086" cy="4405086"/>
            </a:xfrm>
            <a:prstGeom prst="donut">
              <a:avLst>
                <a:gd name="adj" fmla="val 9181"/>
              </a:avLst>
            </a:prstGeom>
            <a:gradFill>
              <a:gsLst>
                <a:gs pos="74000">
                  <a:schemeClr val="accent1">
                    <a:alpha val="1000"/>
                  </a:schemeClr>
                </a:gs>
                <a:gs pos="26000">
                  <a:schemeClr val="accent1">
                    <a:alpha val="1000"/>
                  </a:schemeClr>
                </a:gs>
                <a:gs pos="50000">
                  <a:schemeClr val="accent1">
                    <a:alpha val="4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圆: 空心 8"/>
            <p:cNvSpPr/>
            <p:nvPr/>
          </p:nvSpPr>
          <p:spPr>
            <a:xfrm>
              <a:off x="1466850" y="-1200150"/>
              <a:ext cx="9258300" cy="9258300"/>
            </a:xfrm>
            <a:prstGeom prst="donut">
              <a:avLst>
                <a:gd name="adj" fmla="val 3392"/>
              </a:avLst>
            </a:prstGeom>
            <a:gradFill>
              <a:gsLst>
                <a:gs pos="74000">
                  <a:schemeClr val="accent1">
                    <a:alpha val="0"/>
                  </a:schemeClr>
                </a:gs>
                <a:gs pos="26000">
                  <a:schemeClr val="accent1">
                    <a:alpha val="0"/>
                  </a:schemeClr>
                </a:gs>
                <a:gs pos="50000">
                  <a:schemeClr val="accent1"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空心弧 10"/>
          <p:cNvSpPr/>
          <p:nvPr userDrawn="1"/>
        </p:nvSpPr>
        <p:spPr>
          <a:xfrm rot="20583593">
            <a:off x="10925629" y="5871029"/>
            <a:ext cx="1973942" cy="1973942"/>
          </a:xfrm>
          <a:prstGeom prst="blockArc">
            <a:avLst>
              <a:gd name="adj1" fmla="val 10256306"/>
              <a:gd name="adj2" fmla="val 28202"/>
              <a:gd name="adj3" fmla="val 21609"/>
            </a:avLst>
          </a:prstGeom>
          <a:gradFill flip="none" rotWithShape="1">
            <a:gsLst>
              <a:gs pos="92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空心弧 11"/>
          <p:cNvSpPr/>
          <p:nvPr userDrawn="1"/>
        </p:nvSpPr>
        <p:spPr>
          <a:xfrm rot="1016407" flipH="1">
            <a:off x="-707570" y="5871029"/>
            <a:ext cx="1973942" cy="1973942"/>
          </a:xfrm>
          <a:prstGeom prst="blockArc">
            <a:avLst>
              <a:gd name="adj1" fmla="val 10256306"/>
              <a:gd name="adj2" fmla="val 28202"/>
              <a:gd name="adj3" fmla="val 21609"/>
            </a:avLst>
          </a:prstGeom>
          <a:gradFill flip="none" rotWithShape="1">
            <a:gsLst>
              <a:gs pos="92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2192000" y="-478972"/>
            <a:ext cx="1487715" cy="821508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 flipH="1">
            <a:off x="-2465964" y="-478972"/>
            <a:ext cx="2465963" cy="821508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 flipH="1" flipV="1">
            <a:off x="-798288" y="6872512"/>
            <a:ext cx="13759544" cy="1589313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空心弧 8"/>
          <p:cNvSpPr/>
          <p:nvPr userDrawn="1"/>
        </p:nvSpPr>
        <p:spPr>
          <a:xfrm rot="17722357">
            <a:off x="591017" y="334920"/>
            <a:ext cx="961726" cy="961726"/>
          </a:xfrm>
          <a:prstGeom prst="blockArc">
            <a:avLst>
              <a:gd name="adj1" fmla="val 7945705"/>
              <a:gd name="adj2" fmla="val 3482675"/>
              <a:gd name="adj3" fmla="val 20698"/>
            </a:avLst>
          </a:prstGeom>
          <a:gradFill flip="none" rotWithShape="1">
            <a:gsLst>
              <a:gs pos="92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6781800"/>
            <a:ext cx="12204700" cy="76200"/>
          </a:xfrm>
          <a:prstGeom prst="rect">
            <a:avLst/>
          </a:pr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1098072" y="602771"/>
            <a:ext cx="5524500" cy="5466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zh-CN" altLang="en-US" sz="3200" kern="1200" smtClean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1pPr>
            <a:lvl2pPr marL="0" algn="l" defTabSz="914400" rtl="0" eaLnBrk="1" latinLnBrk="0" hangingPunct="1">
              <a:defRPr lang="zh-CN" altLang="en-US" sz="3200" kern="1200" smtClean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2pPr>
            <a:lvl3pPr marL="0" algn="l" defTabSz="914400" rtl="0" eaLnBrk="1" latinLnBrk="0" hangingPunct="1">
              <a:defRPr lang="zh-CN" altLang="en-US" sz="3200" kern="1200" smtClean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3pPr>
            <a:lvl4pPr marL="0" algn="l" defTabSz="914400" rtl="0" eaLnBrk="1" latinLnBrk="0" hangingPunct="1">
              <a:defRPr lang="zh-CN" altLang="en-US" sz="3200" kern="1200" smtClean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4pPr>
            <a:lvl5pPr marL="0" algn="l" defTabSz="914400" rtl="0" eaLnBrk="1" latinLnBrk="0" hangingPunct="1">
              <a:defRPr lang="zh-CN" altLang="en-US" sz="3200" kern="120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5pPr>
          </a:lstStyle>
          <a:p>
            <a:r>
              <a:rPr lang="zh-CN" altLang="en-US" sz="32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输入标题</a:t>
            </a:r>
            <a:endParaRPr lang="zh-CN" altLang="en-US" sz="32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: 空心 9"/>
          <p:cNvSpPr/>
          <p:nvPr userDrawn="1"/>
        </p:nvSpPr>
        <p:spPr>
          <a:xfrm>
            <a:off x="3893457" y="1226457"/>
            <a:ext cx="4405086" cy="4405086"/>
          </a:xfrm>
          <a:prstGeom prst="donut">
            <a:avLst>
              <a:gd name="adj" fmla="val 9181"/>
            </a:avLst>
          </a:prstGeom>
          <a:gradFill>
            <a:gsLst>
              <a:gs pos="74000">
                <a:schemeClr val="accent1">
                  <a:alpha val="1000"/>
                </a:schemeClr>
              </a:gs>
              <a:gs pos="26000">
                <a:schemeClr val="accent1">
                  <a:alpha val="1000"/>
                </a:schemeClr>
              </a:gs>
              <a:gs pos="50000">
                <a:schemeClr val="accent1">
                  <a:alpha val="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圆: 空心 10"/>
          <p:cNvSpPr/>
          <p:nvPr userDrawn="1"/>
        </p:nvSpPr>
        <p:spPr>
          <a:xfrm>
            <a:off x="-573315" y="-3240315"/>
            <a:ext cx="13338630" cy="13338630"/>
          </a:xfrm>
          <a:prstGeom prst="donut">
            <a:avLst>
              <a:gd name="adj" fmla="val 6333"/>
            </a:avLst>
          </a:prstGeom>
          <a:gradFill>
            <a:gsLst>
              <a:gs pos="74000">
                <a:schemeClr val="accent1">
                  <a:alpha val="0"/>
                </a:schemeClr>
              </a:gs>
              <a:gs pos="26000">
                <a:schemeClr val="accent1">
                  <a:alpha val="0"/>
                </a:schemeClr>
              </a:gs>
              <a:gs pos="50000">
                <a:schemeClr val="accent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圆: 空心 11"/>
          <p:cNvSpPr/>
          <p:nvPr userDrawn="1"/>
        </p:nvSpPr>
        <p:spPr>
          <a:xfrm>
            <a:off x="1466850" y="-1200150"/>
            <a:ext cx="9258300" cy="9258300"/>
          </a:xfrm>
          <a:prstGeom prst="donut">
            <a:avLst>
              <a:gd name="adj" fmla="val 3392"/>
            </a:avLst>
          </a:prstGeom>
          <a:gradFill>
            <a:gsLst>
              <a:gs pos="74000">
                <a:schemeClr val="accent1">
                  <a:alpha val="0"/>
                </a:schemeClr>
              </a:gs>
              <a:gs pos="26000">
                <a:schemeClr val="accent1">
                  <a:alpha val="0"/>
                </a:schemeClr>
              </a:gs>
              <a:gs pos="50000">
                <a:schemeClr val="accent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2192000" y="-478972"/>
            <a:ext cx="1487715" cy="821508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 flipH="1">
            <a:off x="-2465964" y="-478972"/>
            <a:ext cx="2465963" cy="821508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 flipH="1" flipV="1">
            <a:off x="-798288" y="6872512"/>
            <a:ext cx="13759544" cy="1589313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D93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lang="zh-CN" altLang="en-US" sz="1100" b="0" i="0" kern="1200" baseline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egoe UI Light" panose="020B0502040204020203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/>
              <a:t>OfficePLUS.cn</a:t>
            </a:r>
            <a:endParaRPr 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indent="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200" b="0" i="0" baseline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zh-CN" altLang="en-US"/>
              <a:t>中文 思源黑体 </a:t>
            </a:r>
            <a:r>
              <a:rPr lang="fr-FR" altLang="zh-CN"/>
              <a:t>CN Normal</a:t>
            </a:r>
            <a:r>
              <a:rPr lang="zh-CN" altLang="en-US"/>
              <a:t>（标题）、思源黑体 </a:t>
            </a:r>
            <a:r>
              <a:rPr lang="en-US" altLang="zh-CN"/>
              <a:t>CN ExtraLight </a:t>
            </a:r>
            <a:r>
              <a:rPr lang="zh-CN" altLang="en-US"/>
              <a:t>（正文）</a:t>
            </a:r>
            <a:endParaRPr lang="en-US" altLang="zh-CN"/>
          </a:p>
          <a:p>
            <a:pPr lvl="0"/>
            <a:r>
              <a:rPr lang="zh-CN" altLang="en-US"/>
              <a:t>英文 思源黑体 </a:t>
            </a:r>
            <a:r>
              <a:rPr lang="fr-FR" altLang="zh-CN"/>
              <a:t>CN Normal</a:t>
            </a:r>
            <a:r>
              <a:rPr lang="zh-CN" altLang="en-US"/>
              <a:t>（标题）</a:t>
            </a:r>
            <a:r>
              <a:rPr lang="zh-CN" altLang="fr-FR"/>
              <a:t>、</a:t>
            </a:r>
            <a:r>
              <a:rPr lang="zh-CN" altLang="en-US"/>
              <a:t>思源黑体 </a:t>
            </a:r>
            <a:r>
              <a:rPr lang="fr-FR" altLang="zh-CN"/>
              <a:t>CN ExtraLight </a:t>
            </a:r>
            <a:r>
              <a:rPr lang="zh-CN" altLang="en-US"/>
              <a:t>（正文）</a:t>
            </a:r>
            <a:endParaRPr lang="en-US" altLang="zh-CN"/>
          </a:p>
          <a:p>
            <a:pPr lvl="0"/>
            <a:endParaRPr lang="zh-CN" altLang="en-US"/>
          </a:p>
          <a:p>
            <a:pPr lvl="0"/>
            <a:r>
              <a:rPr lang="zh-CN" altLang="en-US"/>
              <a:t>标题 </a:t>
            </a:r>
            <a:r>
              <a:rPr lang="en-US" altLang="zh-CN"/>
              <a:t>1.0</a:t>
            </a:r>
            <a:endParaRPr lang="en-US" altLang="zh-CN"/>
          </a:p>
          <a:p>
            <a:pPr lvl="0"/>
            <a:r>
              <a:rPr lang="zh-CN" altLang="en-US"/>
              <a:t>正文 </a:t>
            </a:r>
            <a:r>
              <a:rPr lang="en-US" altLang="zh-CN"/>
              <a:t>1.3</a:t>
            </a:r>
            <a:endParaRPr lang="en-US" altLang="zh-CN"/>
          </a:p>
          <a:p>
            <a:pPr lvl="0"/>
            <a:r>
              <a:rPr lang="en-US" altLang="zh-CN"/>
              <a:t>Unsplash</a:t>
            </a:r>
            <a:r>
              <a:rPr lang="zh-CN" altLang="en-US"/>
              <a:t>、</a:t>
            </a:r>
            <a:r>
              <a:rPr lang="en-US" altLang="zh-CN"/>
              <a:t>Pexels</a:t>
            </a:r>
            <a:endParaRPr lang="en-US" altLang="zh-CN"/>
          </a:p>
          <a:p>
            <a:pPr lvl="0">
              <a:spcBef>
                <a:spcPts val="0"/>
              </a:spcBef>
            </a:pPr>
            <a:endParaRPr lang="en-US" altLang="zh-CN"/>
          </a:p>
          <a:p>
            <a:pPr lvl="0">
              <a:spcBef>
                <a:spcPts val="0"/>
              </a:spcBef>
            </a:pPr>
            <a:endParaRPr lang="en-US" altLang="zh-CN"/>
          </a:p>
          <a:p>
            <a:pPr lvl="0">
              <a:spcBef>
                <a:spcPts val="0"/>
              </a:spcBef>
            </a:pPr>
            <a:r>
              <a:rPr lang="zh-CN" altLang="en-US"/>
              <a:t>本网站所提供的任何信息内容（包括但不限于 </a:t>
            </a:r>
            <a:r>
              <a:rPr lang="en-US" altLang="zh-CN"/>
              <a:t>PPT </a:t>
            </a:r>
            <a:r>
              <a:rPr lang="zh-CN" altLang="en-US"/>
              <a:t>模板、</a:t>
            </a:r>
            <a:r>
              <a:rPr lang="en-US" altLang="zh-CN"/>
              <a:t>Word </a:t>
            </a:r>
            <a:r>
              <a:rPr lang="zh-CN" altLang="en-US"/>
              <a:t>文档、</a:t>
            </a:r>
            <a:r>
              <a:rPr lang="en-US" altLang="zh-CN"/>
              <a:t>Excel </a:t>
            </a:r>
            <a:r>
              <a:rPr lang="zh-CN" altLang="en-US"/>
              <a:t>图表、图片素材等）均受</a:t>
            </a:r>
            <a:r>
              <a:rPr lang="en-US" altLang="zh-CN"/>
              <a:t>《</a:t>
            </a:r>
            <a:r>
              <a:rPr lang="zh-CN" altLang="en-US"/>
              <a:t>中华人民共和国著作权法</a:t>
            </a:r>
            <a:r>
              <a:rPr lang="en-US" altLang="zh-CN"/>
              <a:t>》</a:t>
            </a:r>
            <a:r>
              <a:rPr lang="zh-CN" altLang="en-US"/>
              <a:t>、</a:t>
            </a:r>
            <a:r>
              <a:rPr lang="en-US" altLang="zh-CN"/>
              <a:t>《</a:t>
            </a:r>
            <a:r>
              <a:rPr lang="zh-CN" altLang="en-US"/>
              <a:t>信息网络传播权保护条例</a:t>
            </a:r>
            <a:r>
              <a:rPr lang="en-US" altLang="zh-CN"/>
              <a:t>》</a:t>
            </a:r>
            <a:r>
              <a:rPr lang="zh-CN" altLang="en-US"/>
              <a:t>及其他适用的法律法规的保护，未经权利人书面明确授权，信息内容的任何部分</a:t>
            </a:r>
            <a:r>
              <a:rPr lang="en-US" altLang="zh-CN"/>
              <a:t>(</a:t>
            </a:r>
            <a:r>
              <a:rPr lang="zh-CN" altLang="en-US"/>
              <a:t>包括图片或图表</a:t>
            </a:r>
            <a:r>
              <a:rPr lang="en-US" altLang="zh-CN"/>
              <a:t>)</a:t>
            </a:r>
            <a:r>
              <a:rPr lang="zh-CN" altLang="en-US"/>
              <a:t>不得被全部或部分的复制、传播、销售，否则将承担法律责任。</a:t>
            </a:r>
            <a:endParaRPr lang="zh-CN" altLang="en-US"/>
          </a:p>
          <a:p>
            <a:pPr lvl="0"/>
            <a:endParaRPr lang="zh-CN" altLang="en-US"/>
          </a:p>
          <a:p>
            <a:pPr lvl="0"/>
            <a:r>
              <a:rPr lang="zh-CN" altLang="en-US"/>
              <a:t>書翰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40603" y="759876"/>
            <a:ext cx="1657138" cy="4402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lang="zh-CN" altLang="en-US" sz="1865" b="0" i="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/>
              <a:t>标注</a:t>
            </a:r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lang="zh-CN" altLang="en-US" sz="1200" b="0" i="0" kern="1200" baseline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/>
              <a:t>字体使用</a:t>
            </a:r>
            <a:endParaRPr lang="zh-CN" altLang="en-US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/>
              <a:t>行距</a:t>
            </a:r>
            <a:endParaRPr lang="zh-CN" altLang="en-US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/>
              <a:t>素材</a:t>
            </a:r>
            <a:endParaRPr lang="zh-CN" altLang="en-US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/>
              <a:t>声明</a:t>
            </a:r>
            <a:endParaRPr lang="zh-CN" altLang="en-US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/>
              <a:t>作者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39749-17A3-4DFB-BAD0-0C327BCDC1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B631A-66DE-47C8-8670-89487704A5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4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8" Type="http://schemas.openxmlformats.org/officeDocument/2006/relationships/slideLayout" Target="../slideLayouts/slideLayout4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8" Type="http://schemas.openxmlformats.org/officeDocument/2006/relationships/slideLayout" Target="../slideLayouts/slideLayout4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596571" y="2644170"/>
            <a:ext cx="8998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Potential-Radar: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开源项目潜力智能评估系统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72174" y="6206068"/>
            <a:ext cx="3505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组长：陈宁致   组员：区慧雅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grpSp>
        <p:nvGrpSpPr>
          <p:cNvPr id="397" name="组合 396"/>
          <p:cNvGrpSpPr>
            <a:grpSpLocks noChangeAspect="1"/>
          </p:cNvGrpSpPr>
          <p:nvPr/>
        </p:nvGrpSpPr>
        <p:grpSpPr bwMode="auto">
          <a:xfrm rot="2267914">
            <a:off x="8651963" y="2480636"/>
            <a:ext cx="1600800" cy="1896728"/>
            <a:chOff x="664" y="451"/>
            <a:chExt cx="2299" cy="2724"/>
          </a:xfr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0"/>
                </a:schemeClr>
              </a:gs>
              <a:gs pos="50000">
                <a:schemeClr val="accent1">
                  <a:alpha val="20000"/>
                </a:schemeClr>
              </a:gs>
            </a:gsLst>
            <a:lin ang="5400000" scaled="1"/>
          </a:gradFill>
        </p:grpSpPr>
        <p:sp>
          <p:nvSpPr>
            <p:cNvPr id="398" name="任意多边形: 形状 397"/>
            <p:cNvSpPr/>
            <p:nvPr/>
          </p:nvSpPr>
          <p:spPr bwMode="auto">
            <a:xfrm>
              <a:off x="679" y="2709"/>
              <a:ext cx="125" cy="115"/>
            </a:xfrm>
            <a:custGeom>
              <a:avLst/>
              <a:gdLst>
                <a:gd name="T0" fmla="*/ 151 w 342"/>
                <a:gd name="T1" fmla="*/ 6 h 315"/>
                <a:gd name="T2" fmla="*/ 46 w 342"/>
                <a:gd name="T3" fmla="*/ 68 h 315"/>
                <a:gd name="T4" fmla="*/ 74 w 342"/>
                <a:gd name="T5" fmla="*/ 279 h 315"/>
                <a:gd name="T6" fmla="*/ 170 w 342"/>
                <a:gd name="T7" fmla="*/ 315 h 315"/>
                <a:gd name="T8" fmla="*/ 185 w 342"/>
                <a:gd name="T9" fmla="*/ 314 h 315"/>
                <a:gd name="T10" fmla="*/ 288 w 342"/>
                <a:gd name="T11" fmla="*/ 258 h 315"/>
                <a:gd name="T12" fmla="*/ 267 w 342"/>
                <a:gd name="T13" fmla="*/ 39 h 315"/>
                <a:gd name="T14" fmla="*/ 151 w 342"/>
                <a:gd name="T15" fmla="*/ 6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2" h="315">
                  <a:moveTo>
                    <a:pt x="151" y="6"/>
                  </a:moveTo>
                  <a:cubicBezTo>
                    <a:pt x="109" y="11"/>
                    <a:pt x="71" y="34"/>
                    <a:pt x="46" y="68"/>
                  </a:cubicBezTo>
                  <a:cubicBezTo>
                    <a:pt x="0" y="134"/>
                    <a:pt x="11" y="227"/>
                    <a:pt x="74" y="279"/>
                  </a:cubicBezTo>
                  <a:cubicBezTo>
                    <a:pt x="101" y="303"/>
                    <a:pt x="135" y="315"/>
                    <a:pt x="170" y="315"/>
                  </a:cubicBezTo>
                  <a:cubicBezTo>
                    <a:pt x="175" y="315"/>
                    <a:pt x="180" y="315"/>
                    <a:pt x="185" y="314"/>
                  </a:cubicBezTo>
                  <a:cubicBezTo>
                    <a:pt x="226" y="310"/>
                    <a:pt x="262" y="290"/>
                    <a:pt x="288" y="258"/>
                  </a:cubicBezTo>
                  <a:cubicBezTo>
                    <a:pt x="342" y="192"/>
                    <a:pt x="332" y="93"/>
                    <a:pt x="267" y="39"/>
                  </a:cubicBezTo>
                  <a:cubicBezTo>
                    <a:pt x="235" y="12"/>
                    <a:pt x="193" y="0"/>
                    <a:pt x="15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399" name="任意多边形: 形状 398"/>
            <p:cNvSpPr/>
            <p:nvPr/>
          </p:nvSpPr>
          <p:spPr bwMode="auto">
            <a:xfrm>
              <a:off x="840" y="2840"/>
              <a:ext cx="124" cy="113"/>
            </a:xfrm>
            <a:custGeom>
              <a:avLst/>
              <a:gdLst>
                <a:gd name="T0" fmla="*/ 244 w 339"/>
                <a:gd name="T1" fmla="*/ 26 h 309"/>
                <a:gd name="T2" fmla="*/ 127 w 339"/>
                <a:gd name="T3" fmla="*/ 12 h 309"/>
                <a:gd name="T4" fmla="*/ 36 w 339"/>
                <a:gd name="T5" fmla="*/ 89 h 309"/>
                <a:gd name="T6" fmla="*/ 94 w 339"/>
                <a:gd name="T7" fmla="*/ 288 h 309"/>
                <a:gd name="T8" fmla="*/ 169 w 339"/>
                <a:gd name="T9" fmla="*/ 309 h 309"/>
                <a:gd name="T10" fmla="*/ 206 w 339"/>
                <a:gd name="T11" fmla="*/ 304 h 309"/>
                <a:gd name="T12" fmla="*/ 297 w 339"/>
                <a:gd name="T13" fmla="*/ 234 h 309"/>
                <a:gd name="T14" fmla="*/ 244 w 339"/>
                <a:gd name="T15" fmla="*/ 26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9" h="309">
                  <a:moveTo>
                    <a:pt x="244" y="26"/>
                  </a:moveTo>
                  <a:cubicBezTo>
                    <a:pt x="209" y="5"/>
                    <a:pt x="167" y="0"/>
                    <a:pt x="127" y="12"/>
                  </a:cubicBezTo>
                  <a:cubicBezTo>
                    <a:pt x="87" y="24"/>
                    <a:pt x="54" y="52"/>
                    <a:pt x="36" y="89"/>
                  </a:cubicBezTo>
                  <a:cubicBezTo>
                    <a:pt x="0" y="160"/>
                    <a:pt x="26" y="248"/>
                    <a:pt x="94" y="288"/>
                  </a:cubicBezTo>
                  <a:cubicBezTo>
                    <a:pt x="117" y="302"/>
                    <a:pt x="142" y="309"/>
                    <a:pt x="169" y="309"/>
                  </a:cubicBezTo>
                  <a:cubicBezTo>
                    <a:pt x="181" y="309"/>
                    <a:pt x="194" y="307"/>
                    <a:pt x="206" y="304"/>
                  </a:cubicBezTo>
                  <a:cubicBezTo>
                    <a:pt x="245" y="294"/>
                    <a:pt x="277" y="269"/>
                    <a:pt x="297" y="234"/>
                  </a:cubicBezTo>
                  <a:cubicBezTo>
                    <a:pt x="339" y="161"/>
                    <a:pt x="315" y="68"/>
                    <a:pt x="244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00" name="任意多边形: 形状 399"/>
            <p:cNvSpPr/>
            <p:nvPr/>
          </p:nvSpPr>
          <p:spPr bwMode="auto">
            <a:xfrm>
              <a:off x="1015" y="2943"/>
              <a:ext cx="120" cy="110"/>
            </a:xfrm>
            <a:custGeom>
              <a:avLst/>
              <a:gdLst>
                <a:gd name="T0" fmla="*/ 215 w 327"/>
                <a:gd name="T1" fmla="*/ 14 h 300"/>
                <a:gd name="T2" fmla="*/ 101 w 327"/>
                <a:gd name="T3" fmla="*/ 18 h 300"/>
                <a:gd name="T4" fmla="*/ 24 w 327"/>
                <a:gd name="T5" fmla="*/ 107 h 300"/>
                <a:gd name="T6" fmla="*/ 110 w 327"/>
                <a:gd name="T7" fmla="*/ 290 h 300"/>
                <a:gd name="T8" fmla="*/ 163 w 327"/>
                <a:gd name="T9" fmla="*/ 300 h 300"/>
                <a:gd name="T10" fmla="*/ 220 w 327"/>
                <a:gd name="T11" fmla="*/ 288 h 300"/>
                <a:gd name="T12" fmla="*/ 298 w 327"/>
                <a:gd name="T13" fmla="*/ 206 h 300"/>
                <a:gd name="T14" fmla="*/ 215 w 327"/>
                <a:gd name="T15" fmla="*/ 14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7" h="300">
                  <a:moveTo>
                    <a:pt x="215" y="14"/>
                  </a:moveTo>
                  <a:cubicBezTo>
                    <a:pt x="178" y="0"/>
                    <a:pt x="138" y="1"/>
                    <a:pt x="101" y="18"/>
                  </a:cubicBezTo>
                  <a:cubicBezTo>
                    <a:pt x="64" y="36"/>
                    <a:pt x="36" y="68"/>
                    <a:pt x="24" y="107"/>
                  </a:cubicBezTo>
                  <a:cubicBezTo>
                    <a:pt x="0" y="181"/>
                    <a:pt x="38" y="261"/>
                    <a:pt x="110" y="290"/>
                  </a:cubicBezTo>
                  <a:cubicBezTo>
                    <a:pt x="127" y="297"/>
                    <a:pt x="145" y="300"/>
                    <a:pt x="163" y="300"/>
                  </a:cubicBezTo>
                  <a:cubicBezTo>
                    <a:pt x="182" y="300"/>
                    <a:pt x="202" y="296"/>
                    <a:pt x="220" y="288"/>
                  </a:cubicBezTo>
                  <a:cubicBezTo>
                    <a:pt x="256" y="272"/>
                    <a:pt x="284" y="243"/>
                    <a:pt x="298" y="206"/>
                  </a:cubicBezTo>
                  <a:cubicBezTo>
                    <a:pt x="327" y="130"/>
                    <a:pt x="290" y="44"/>
                    <a:pt x="215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01" name="任意多边形: 形状 400"/>
            <p:cNvSpPr/>
            <p:nvPr/>
          </p:nvSpPr>
          <p:spPr bwMode="auto">
            <a:xfrm>
              <a:off x="1202" y="3016"/>
              <a:ext cx="112" cy="107"/>
            </a:xfrm>
            <a:custGeom>
              <a:avLst/>
              <a:gdLst>
                <a:gd name="T0" fmla="*/ 183 w 308"/>
                <a:gd name="T1" fmla="*/ 9 h 294"/>
                <a:gd name="T2" fmla="*/ 74 w 308"/>
                <a:gd name="T3" fmla="*/ 30 h 294"/>
                <a:gd name="T4" fmla="*/ 12 w 308"/>
                <a:gd name="T5" fmla="*/ 127 h 294"/>
                <a:gd name="T6" fmla="*/ 122 w 308"/>
                <a:gd name="T7" fmla="*/ 291 h 294"/>
                <a:gd name="T8" fmla="*/ 153 w 308"/>
                <a:gd name="T9" fmla="*/ 294 h 294"/>
                <a:gd name="T10" fmla="*/ 228 w 308"/>
                <a:gd name="T11" fmla="*/ 272 h 294"/>
                <a:gd name="T12" fmla="*/ 291 w 308"/>
                <a:gd name="T13" fmla="*/ 181 h 294"/>
                <a:gd name="T14" fmla="*/ 183 w 308"/>
                <a:gd name="T15" fmla="*/ 9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8" h="294">
                  <a:moveTo>
                    <a:pt x="183" y="9"/>
                  </a:moveTo>
                  <a:cubicBezTo>
                    <a:pt x="146" y="0"/>
                    <a:pt x="107" y="8"/>
                    <a:pt x="74" y="30"/>
                  </a:cubicBezTo>
                  <a:cubicBezTo>
                    <a:pt x="41" y="52"/>
                    <a:pt x="18" y="88"/>
                    <a:pt x="12" y="127"/>
                  </a:cubicBezTo>
                  <a:cubicBezTo>
                    <a:pt x="0" y="202"/>
                    <a:pt x="49" y="274"/>
                    <a:pt x="122" y="291"/>
                  </a:cubicBezTo>
                  <a:cubicBezTo>
                    <a:pt x="132" y="293"/>
                    <a:pt x="142" y="294"/>
                    <a:pt x="153" y="294"/>
                  </a:cubicBezTo>
                  <a:cubicBezTo>
                    <a:pt x="179" y="294"/>
                    <a:pt x="205" y="286"/>
                    <a:pt x="228" y="272"/>
                  </a:cubicBezTo>
                  <a:cubicBezTo>
                    <a:pt x="260" y="251"/>
                    <a:pt x="282" y="219"/>
                    <a:pt x="291" y="181"/>
                  </a:cubicBezTo>
                  <a:cubicBezTo>
                    <a:pt x="308" y="103"/>
                    <a:pt x="259" y="26"/>
                    <a:pt x="183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02" name="任意多边形: 形状 401"/>
            <p:cNvSpPr/>
            <p:nvPr/>
          </p:nvSpPr>
          <p:spPr bwMode="auto">
            <a:xfrm>
              <a:off x="1396" y="3060"/>
              <a:ext cx="103" cy="104"/>
            </a:xfrm>
            <a:custGeom>
              <a:avLst/>
              <a:gdLst>
                <a:gd name="T0" fmla="*/ 148 w 282"/>
                <a:gd name="T1" fmla="*/ 2 h 283"/>
                <a:gd name="T2" fmla="*/ 46 w 282"/>
                <a:gd name="T3" fmla="*/ 39 h 283"/>
                <a:gd name="T4" fmla="*/ 1 w 282"/>
                <a:gd name="T5" fmla="*/ 142 h 283"/>
                <a:gd name="T6" fmla="*/ 130 w 282"/>
                <a:gd name="T7" fmla="*/ 283 h 283"/>
                <a:gd name="T8" fmla="*/ 139 w 282"/>
                <a:gd name="T9" fmla="*/ 283 h 283"/>
                <a:gd name="T10" fmla="*/ 229 w 282"/>
                <a:gd name="T11" fmla="*/ 250 h 283"/>
                <a:gd name="T12" fmla="*/ 277 w 282"/>
                <a:gd name="T13" fmla="*/ 152 h 283"/>
                <a:gd name="T14" fmla="*/ 148 w 282"/>
                <a:gd name="T15" fmla="*/ 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2" h="283">
                  <a:moveTo>
                    <a:pt x="148" y="2"/>
                  </a:moveTo>
                  <a:cubicBezTo>
                    <a:pt x="111" y="0"/>
                    <a:pt x="75" y="13"/>
                    <a:pt x="46" y="39"/>
                  </a:cubicBezTo>
                  <a:cubicBezTo>
                    <a:pt x="18" y="66"/>
                    <a:pt x="1" y="103"/>
                    <a:pt x="1" y="142"/>
                  </a:cubicBezTo>
                  <a:cubicBezTo>
                    <a:pt x="0" y="216"/>
                    <a:pt x="57" y="278"/>
                    <a:pt x="130" y="283"/>
                  </a:cubicBezTo>
                  <a:cubicBezTo>
                    <a:pt x="133" y="283"/>
                    <a:pt x="136" y="283"/>
                    <a:pt x="139" y="283"/>
                  </a:cubicBezTo>
                  <a:cubicBezTo>
                    <a:pt x="172" y="283"/>
                    <a:pt x="204" y="272"/>
                    <a:pt x="229" y="250"/>
                  </a:cubicBezTo>
                  <a:cubicBezTo>
                    <a:pt x="257" y="225"/>
                    <a:pt x="274" y="190"/>
                    <a:pt x="277" y="152"/>
                  </a:cubicBezTo>
                  <a:cubicBezTo>
                    <a:pt x="282" y="75"/>
                    <a:pt x="224" y="7"/>
                    <a:pt x="148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03" name="任意多边形: 形状 402"/>
            <p:cNvSpPr/>
            <p:nvPr/>
          </p:nvSpPr>
          <p:spPr bwMode="auto">
            <a:xfrm>
              <a:off x="1589" y="3074"/>
              <a:ext cx="102" cy="101"/>
            </a:xfrm>
            <a:custGeom>
              <a:avLst/>
              <a:gdLst>
                <a:gd name="T0" fmla="*/ 128 w 279"/>
                <a:gd name="T1" fmla="*/ 3 h 276"/>
                <a:gd name="T2" fmla="*/ 35 w 279"/>
                <a:gd name="T3" fmla="*/ 53 h 276"/>
                <a:gd name="T4" fmla="*/ 6 w 279"/>
                <a:gd name="T5" fmla="*/ 159 h 276"/>
                <a:gd name="T6" fmla="*/ 139 w 279"/>
                <a:gd name="T7" fmla="*/ 276 h 276"/>
                <a:gd name="T8" fmla="*/ 150 w 279"/>
                <a:gd name="T9" fmla="*/ 275 h 276"/>
                <a:gd name="T10" fmla="*/ 273 w 279"/>
                <a:gd name="T11" fmla="*/ 128 h 276"/>
                <a:gd name="T12" fmla="*/ 225 w 279"/>
                <a:gd name="T13" fmla="*/ 34 h 276"/>
                <a:gd name="T14" fmla="*/ 128 w 279"/>
                <a:gd name="T15" fmla="*/ 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" h="276">
                  <a:moveTo>
                    <a:pt x="128" y="3"/>
                  </a:moveTo>
                  <a:cubicBezTo>
                    <a:pt x="91" y="6"/>
                    <a:pt x="58" y="24"/>
                    <a:pt x="35" y="53"/>
                  </a:cubicBezTo>
                  <a:cubicBezTo>
                    <a:pt x="11" y="83"/>
                    <a:pt x="0" y="121"/>
                    <a:pt x="6" y="159"/>
                  </a:cubicBezTo>
                  <a:cubicBezTo>
                    <a:pt x="15" y="225"/>
                    <a:pt x="74" y="276"/>
                    <a:pt x="139" y="276"/>
                  </a:cubicBezTo>
                  <a:cubicBezTo>
                    <a:pt x="143" y="276"/>
                    <a:pt x="147" y="276"/>
                    <a:pt x="150" y="275"/>
                  </a:cubicBezTo>
                  <a:cubicBezTo>
                    <a:pt x="224" y="269"/>
                    <a:pt x="279" y="203"/>
                    <a:pt x="273" y="128"/>
                  </a:cubicBezTo>
                  <a:cubicBezTo>
                    <a:pt x="270" y="91"/>
                    <a:pt x="253" y="58"/>
                    <a:pt x="225" y="34"/>
                  </a:cubicBezTo>
                  <a:cubicBezTo>
                    <a:pt x="197" y="11"/>
                    <a:pt x="163" y="0"/>
                    <a:pt x="128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04" name="任意多边形: 形状 403"/>
            <p:cNvSpPr/>
            <p:nvPr/>
          </p:nvSpPr>
          <p:spPr bwMode="auto">
            <a:xfrm>
              <a:off x="1782" y="3059"/>
              <a:ext cx="103" cy="99"/>
            </a:xfrm>
            <a:custGeom>
              <a:avLst/>
              <a:gdLst>
                <a:gd name="T0" fmla="*/ 203 w 280"/>
                <a:gd name="T1" fmla="*/ 24 h 271"/>
                <a:gd name="T2" fmla="*/ 105 w 280"/>
                <a:gd name="T3" fmla="*/ 8 h 271"/>
                <a:gd name="T4" fmla="*/ 23 w 280"/>
                <a:gd name="T5" fmla="*/ 71 h 271"/>
                <a:gd name="T6" fmla="*/ 10 w 280"/>
                <a:gd name="T7" fmla="*/ 176 h 271"/>
                <a:gd name="T8" fmla="*/ 137 w 280"/>
                <a:gd name="T9" fmla="*/ 271 h 271"/>
                <a:gd name="T10" fmla="*/ 166 w 280"/>
                <a:gd name="T11" fmla="*/ 267 h 271"/>
                <a:gd name="T12" fmla="*/ 263 w 280"/>
                <a:gd name="T13" fmla="*/ 107 h 271"/>
                <a:gd name="T14" fmla="*/ 203 w 280"/>
                <a:gd name="T15" fmla="*/ 24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0" h="271">
                  <a:moveTo>
                    <a:pt x="203" y="24"/>
                  </a:moveTo>
                  <a:cubicBezTo>
                    <a:pt x="174" y="6"/>
                    <a:pt x="139" y="0"/>
                    <a:pt x="105" y="8"/>
                  </a:cubicBezTo>
                  <a:cubicBezTo>
                    <a:pt x="71" y="17"/>
                    <a:pt x="42" y="39"/>
                    <a:pt x="23" y="71"/>
                  </a:cubicBezTo>
                  <a:cubicBezTo>
                    <a:pt x="5" y="103"/>
                    <a:pt x="0" y="141"/>
                    <a:pt x="10" y="176"/>
                  </a:cubicBezTo>
                  <a:cubicBezTo>
                    <a:pt x="27" y="233"/>
                    <a:pt x="80" y="271"/>
                    <a:pt x="137" y="271"/>
                  </a:cubicBezTo>
                  <a:cubicBezTo>
                    <a:pt x="147" y="271"/>
                    <a:pt x="157" y="270"/>
                    <a:pt x="166" y="267"/>
                  </a:cubicBezTo>
                  <a:cubicBezTo>
                    <a:pt x="236" y="250"/>
                    <a:pt x="280" y="178"/>
                    <a:pt x="263" y="107"/>
                  </a:cubicBezTo>
                  <a:cubicBezTo>
                    <a:pt x="255" y="72"/>
                    <a:pt x="234" y="43"/>
                    <a:pt x="203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05" name="任意多边形: 形状 404"/>
            <p:cNvSpPr/>
            <p:nvPr/>
          </p:nvSpPr>
          <p:spPr bwMode="auto">
            <a:xfrm>
              <a:off x="1972" y="3015"/>
              <a:ext cx="101" cy="96"/>
            </a:xfrm>
            <a:custGeom>
              <a:avLst/>
              <a:gdLst>
                <a:gd name="T0" fmla="*/ 180 w 276"/>
                <a:gd name="T1" fmla="*/ 14 h 262"/>
                <a:gd name="T2" fmla="*/ 83 w 276"/>
                <a:gd name="T3" fmla="*/ 13 h 262"/>
                <a:gd name="T4" fmla="*/ 14 w 276"/>
                <a:gd name="T5" fmla="*/ 86 h 262"/>
                <a:gd name="T6" fmla="*/ 16 w 276"/>
                <a:gd name="T7" fmla="*/ 189 h 262"/>
                <a:gd name="T8" fmla="*/ 133 w 276"/>
                <a:gd name="T9" fmla="*/ 262 h 262"/>
                <a:gd name="T10" fmla="*/ 180 w 276"/>
                <a:gd name="T11" fmla="*/ 253 h 262"/>
                <a:gd name="T12" fmla="*/ 250 w 276"/>
                <a:gd name="T13" fmla="*/ 85 h 262"/>
                <a:gd name="T14" fmla="*/ 180 w 276"/>
                <a:gd name="T15" fmla="*/ 14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6" h="262">
                  <a:moveTo>
                    <a:pt x="180" y="14"/>
                  </a:moveTo>
                  <a:cubicBezTo>
                    <a:pt x="149" y="1"/>
                    <a:pt x="114" y="0"/>
                    <a:pt x="83" y="13"/>
                  </a:cubicBezTo>
                  <a:cubicBezTo>
                    <a:pt x="51" y="26"/>
                    <a:pt x="27" y="52"/>
                    <a:pt x="14" y="86"/>
                  </a:cubicBezTo>
                  <a:cubicBezTo>
                    <a:pt x="0" y="119"/>
                    <a:pt x="1" y="157"/>
                    <a:pt x="16" y="189"/>
                  </a:cubicBezTo>
                  <a:cubicBezTo>
                    <a:pt x="38" y="235"/>
                    <a:pt x="84" y="262"/>
                    <a:pt x="133" y="262"/>
                  </a:cubicBezTo>
                  <a:cubicBezTo>
                    <a:pt x="148" y="262"/>
                    <a:pt x="164" y="259"/>
                    <a:pt x="180" y="253"/>
                  </a:cubicBezTo>
                  <a:cubicBezTo>
                    <a:pt x="244" y="226"/>
                    <a:pt x="276" y="151"/>
                    <a:pt x="250" y="85"/>
                  </a:cubicBezTo>
                  <a:cubicBezTo>
                    <a:pt x="237" y="52"/>
                    <a:pt x="212" y="27"/>
                    <a:pt x="18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06" name="任意多边形: 形状 405"/>
            <p:cNvSpPr/>
            <p:nvPr/>
          </p:nvSpPr>
          <p:spPr bwMode="auto">
            <a:xfrm>
              <a:off x="2155" y="2942"/>
              <a:ext cx="98" cy="94"/>
            </a:xfrm>
            <a:custGeom>
              <a:avLst/>
              <a:gdLst>
                <a:gd name="T0" fmla="*/ 158 w 269"/>
                <a:gd name="T1" fmla="*/ 8 h 255"/>
                <a:gd name="T2" fmla="*/ 65 w 269"/>
                <a:gd name="T3" fmla="*/ 22 h 255"/>
                <a:gd name="T4" fmla="*/ 8 w 269"/>
                <a:gd name="T5" fmla="*/ 102 h 255"/>
                <a:gd name="T6" fmla="*/ 26 w 269"/>
                <a:gd name="T7" fmla="*/ 200 h 255"/>
                <a:gd name="T8" fmla="*/ 129 w 269"/>
                <a:gd name="T9" fmla="*/ 255 h 255"/>
                <a:gd name="T10" fmla="*/ 192 w 269"/>
                <a:gd name="T11" fmla="*/ 237 h 255"/>
                <a:gd name="T12" fmla="*/ 235 w 269"/>
                <a:gd name="T13" fmla="*/ 65 h 255"/>
                <a:gd name="T14" fmla="*/ 158 w 269"/>
                <a:gd name="T15" fmla="*/ 8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9" h="255">
                  <a:moveTo>
                    <a:pt x="158" y="8"/>
                  </a:moveTo>
                  <a:cubicBezTo>
                    <a:pt x="126" y="0"/>
                    <a:pt x="93" y="5"/>
                    <a:pt x="65" y="22"/>
                  </a:cubicBezTo>
                  <a:cubicBezTo>
                    <a:pt x="36" y="39"/>
                    <a:pt x="16" y="68"/>
                    <a:pt x="8" y="102"/>
                  </a:cubicBezTo>
                  <a:cubicBezTo>
                    <a:pt x="0" y="136"/>
                    <a:pt x="7" y="172"/>
                    <a:pt x="26" y="200"/>
                  </a:cubicBezTo>
                  <a:cubicBezTo>
                    <a:pt x="49" y="236"/>
                    <a:pt x="89" y="255"/>
                    <a:pt x="129" y="255"/>
                  </a:cubicBezTo>
                  <a:cubicBezTo>
                    <a:pt x="151" y="255"/>
                    <a:pt x="172" y="249"/>
                    <a:pt x="192" y="237"/>
                  </a:cubicBezTo>
                  <a:cubicBezTo>
                    <a:pt x="250" y="202"/>
                    <a:pt x="269" y="125"/>
                    <a:pt x="235" y="65"/>
                  </a:cubicBezTo>
                  <a:cubicBezTo>
                    <a:pt x="218" y="36"/>
                    <a:pt x="190" y="16"/>
                    <a:pt x="15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07" name="任意多边形: 形状 406"/>
            <p:cNvSpPr/>
            <p:nvPr/>
          </p:nvSpPr>
          <p:spPr bwMode="auto">
            <a:xfrm>
              <a:off x="2328" y="2841"/>
              <a:ext cx="93" cy="90"/>
            </a:xfrm>
            <a:custGeom>
              <a:avLst/>
              <a:gdLst>
                <a:gd name="T0" fmla="*/ 132 w 256"/>
                <a:gd name="T1" fmla="*/ 3 h 246"/>
                <a:gd name="T2" fmla="*/ 45 w 256"/>
                <a:gd name="T3" fmla="*/ 31 h 246"/>
                <a:gd name="T4" fmla="*/ 3 w 256"/>
                <a:gd name="T5" fmla="*/ 117 h 246"/>
                <a:gd name="T6" fmla="*/ 34 w 256"/>
                <a:gd name="T7" fmla="*/ 208 h 246"/>
                <a:gd name="T8" fmla="*/ 122 w 256"/>
                <a:gd name="T9" fmla="*/ 246 h 246"/>
                <a:gd name="T10" fmla="*/ 199 w 256"/>
                <a:gd name="T11" fmla="*/ 218 h 246"/>
                <a:gd name="T12" fmla="*/ 214 w 256"/>
                <a:gd name="T13" fmla="*/ 46 h 246"/>
                <a:gd name="T14" fmla="*/ 132 w 256"/>
                <a:gd name="T15" fmla="*/ 3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6" h="246">
                  <a:moveTo>
                    <a:pt x="132" y="3"/>
                  </a:moveTo>
                  <a:cubicBezTo>
                    <a:pt x="100" y="0"/>
                    <a:pt x="69" y="10"/>
                    <a:pt x="45" y="31"/>
                  </a:cubicBezTo>
                  <a:cubicBezTo>
                    <a:pt x="20" y="52"/>
                    <a:pt x="5" y="83"/>
                    <a:pt x="3" y="117"/>
                  </a:cubicBezTo>
                  <a:cubicBezTo>
                    <a:pt x="0" y="150"/>
                    <a:pt x="12" y="184"/>
                    <a:pt x="34" y="208"/>
                  </a:cubicBezTo>
                  <a:cubicBezTo>
                    <a:pt x="57" y="233"/>
                    <a:pt x="90" y="246"/>
                    <a:pt x="122" y="246"/>
                  </a:cubicBezTo>
                  <a:cubicBezTo>
                    <a:pt x="149" y="246"/>
                    <a:pt x="177" y="237"/>
                    <a:pt x="199" y="218"/>
                  </a:cubicBezTo>
                  <a:cubicBezTo>
                    <a:pt x="250" y="175"/>
                    <a:pt x="256" y="98"/>
                    <a:pt x="214" y="46"/>
                  </a:cubicBezTo>
                  <a:cubicBezTo>
                    <a:pt x="194" y="21"/>
                    <a:pt x="165" y="6"/>
                    <a:pt x="13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08" name="任意多边形: 形状 407"/>
            <p:cNvSpPr/>
            <p:nvPr/>
          </p:nvSpPr>
          <p:spPr bwMode="auto">
            <a:xfrm>
              <a:off x="2485" y="2712"/>
              <a:ext cx="91" cy="87"/>
            </a:xfrm>
            <a:custGeom>
              <a:avLst/>
              <a:gdLst>
                <a:gd name="T0" fmla="*/ 111 w 249"/>
                <a:gd name="T1" fmla="*/ 2 h 238"/>
                <a:gd name="T2" fmla="*/ 31 w 249"/>
                <a:gd name="T3" fmla="*/ 42 h 238"/>
                <a:gd name="T4" fmla="*/ 4 w 249"/>
                <a:gd name="T5" fmla="*/ 132 h 238"/>
                <a:gd name="T6" fmla="*/ 47 w 249"/>
                <a:gd name="T7" fmla="*/ 213 h 238"/>
                <a:gd name="T8" fmla="*/ 118 w 249"/>
                <a:gd name="T9" fmla="*/ 238 h 238"/>
                <a:gd name="T10" fmla="*/ 207 w 249"/>
                <a:gd name="T11" fmla="*/ 197 h 238"/>
                <a:gd name="T12" fmla="*/ 196 w 249"/>
                <a:gd name="T13" fmla="*/ 31 h 238"/>
                <a:gd name="T14" fmla="*/ 111 w 249"/>
                <a:gd name="T15" fmla="*/ 2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9" h="238">
                  <a:moveTo>
                    <a:pt x="111" y="2"/>
                  </a:moveTo>
                  <a:cubicBezTo>
                    <a:pt x="80" y="4"/>
                    <a:pt x="51" y="18"/>
                    <a:pt x="31" y="42"/>
                  </a:cubicBezTo>
                  <a:cubicBezTo>
                    <a:pt x="10" y="66"/>
                    <a:pt x="0" y="99"/>
                    <a:pt x="4" y="132"/>
                  </a:cubicBezTo>
                  <a:cubicBezTo>
                    <a:pt x="7" y="164"/>
                    <a:pt x="23" y="194"/>
                    <a:pt x="47" y="213"/>
                  </a:cubicBezTo>
                  <a:cubicBezTo>
                    <a:pt x="68" y="230"/>
                    <a:pt x="93" y="238"/>
                    <a:pt x="118" y="238"/>
                  </a:cubicBezTo>
                  <a:cubicBezTo>
                    <a:pt x="151" y="238"/>
                    <a:pt x="184" y="224"/>
                    <a:pt x="207" y="197"/>
                  </a:cubicBezTo>
                  <a:cubicBezTo>
                    <a:pt x="249" y="148"/>
                    <a:pt x="244" y="73"/>
                    <a:pt x="196" y="31"/>
                  </a:cubicBezTo>
                  <a:cubicBezTo>
                    <a:pt x="172" y="10"/>
                    <a:pt x="143" y="0"/>
                    <a:pt x="11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09" name="任意多边形: 形状 408"/>
            <p:cNvSpPr/>
            <p:nvPr/>
          </p:nvSpPr>
          <p:spPr bwMode="auto">
            <a:xfrm>
              <a:off x="2623" y="2555"/>
              <a:ext cx="89" cy="85"/>
            </a:xfrm>
            <a:custGeom>
              <a:avLst/>
              <a:gdLst>
                <a:gd name="T0" fmla="*/ 176 w 245"/>
                <a:gd name="T1" fmla="*/ 21 h 233"/>
                <a:gd name="T2" fmla="*/ 91 w 245"/>
                <a:gd name="T3" fmla="*/ 7 h 233"/>
                <a:gd name="T4" fmla="*/ 21 w 245"/>
                <a:gd name="T5" fmla="*/ 58 h 233"/>
                <a:gd name="T6" fmla="*/ 8 w 245"/>
                <a:gd name="T7" fmla="*/ 148 h 233"/>
                <a:gd name="T8" fmla="*/ 62 w 245"/>
                <a:gd name="T9" fmla="*/ 219 h 233"/>
                <a:gd name="T10" fmla="*/ 115 w 245"/>
                <a:gd name="T11" fmla="*/ 233 h 233"/>
                <a:gd name="T12" fmla="*/ 212 w 245"/>
                <a:gd name="T13" fmla="*/ 179 h 233"/>
                <a:gd name="T14" fmla="*/ 176 w 245"/>
                <a:gd name="T15" fmla="*/ 21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" h="233">
                  <a:moveTo>
                    <a:pt x="176" y="21"/>
                  </a:moveTo>
                  <a:cubicBezTo>
                    <a:pt x="151" y="5"/>
                    <a:pt x="121" y="0"/>
                    <a:pt x="91" y="7"/>
                  </a:cubicBezTo>
                  <a:cubicBezTo>
                    <a:pt x="62" y="14"/>
                    <a:pt x="36" y="32"/>
                    <a:pt x="21" y="58"/>
                  </a:cubicBezTo>
                  <a:cubicBezTo>
                    <a:pt x="4" y="85"/>
                    <a:pt x="0" y="118"/>
                    <a:pt x="8" y="148"/>
                  </a:cubicBezTo>
                  <a:cubicBezTo>
                    <a:pt x="16" y="179"/>
                    <a:pt x="36" y="205"/>
                    <a:pt x="62" y="219"/>
                  </a:cubicBezTo>
                  <a:cubicBezTo>
                    <a:pt x="79" y="229"/>
                    <a:pt x="97" y="233"/>
                    <a:pt x="115" y="233"/>
                  </a:cubicBezTo>
                  <a:cubicBezTo>
                    <a:pt x="154" y="233"/>
                    <a:pt x="191" y="214"/>
                    <a:pt x="212" y="179"/>
                  </a:cubicBezTo>
                  <a:cubicBezTo>
                    <a:pt x="245" y="125"/>
                    <a:pt x="229" y="55"/>
                    <a:pt x="176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10" name="任意多边形: 形状 409"/>
            <p:cNvSpPr/>
            <p:nvPr/>
          </p:nvSpPr>
          <p:spPr bwMode="auto">
            <a:xfrm>
              <a:off x="2733" y="2384"/>
              <a:ext cx="86" cy="82"/>
            </a:xfrm>
            <a:custGeom>
              <a:avLst/>
              <a:gdLst>
                <a:gd name="T0" fmla="*/ 155 w 236"/>
                <a:gd name="T1" fmla="*/ 12 h 225"/>
                <a:gd name="T2" fmla="*/ 72 w 236"/>
                <a:gd name="T3" fmla="*/ 11 h 225"/>
                <a:gd name="T4" fmla="*/ 12 w 236"/>
                <a:gd name="T5" fmla="*/ 71 h 225"/>
                <a:gd name="T6" fmla="*/ 13 w 236"/>
                <a:gd name="T7" fmla="*/ 160 h 225"/>
                <a:gd name="T8" fmla="*/ 75 w 236"/>
                <a:gd name="T9" fmla="*/ 219 h 225"/>
                <a:gd name="T10" fmla="*/ 111 w 236"/>
                <a:gd name="T11" fmla="*/ 225 h 225"/>
                <a:gd name="T12" fmla="*/ 213 w 236"/>
                <a:gd name="T13" fmla="*/ 157 h 225"/>
                <a:gd name="T14" fmla="*/ 155 w 236"/>
                <a:gd name="T15" fmla="*/ 1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6" h="225">
                  <a:moveTo>
                    <a:pt x="155" y="12"/>
                  </a:moveTo>
                  <a:cubicBezTo>
                    <a:pt x="128" y="1"/>
                    <a:pt x="99" y="0"/>
                    <a:pt x="72" y="11"/>
                  </a:cubicBezTo>
                  <a:cubicBezTo>
                    <a:pt x="44" y="23"/>
                    <a:pt x="23" y="44"/>
                    <a:pt x="12" y="71"/>
                  </a:cubicBezTo>
                  <a:cubicBezTo>
                    <a:pt x="0" y="99"/>
                    <a:pt x="1" y="132"/>
                    <a:pt x="13" y="160"/>
                  </a:cubicBezTo>
                  <a:cubicBezTo>
                    <a:pt x="25" y="187"/>
                    <a:pt x="48" y="209"/>
                    <a:pt x="75" y="219"/>
                  </a:cubicBezTo>
                  <a:cubicBezTo>
                    <a:pt x="87" y="223"/>
                    <a:pt x="99" y="225"/>
                    <a:pt x="111" y="225"/>
                  </a:cubicBezTo>
                  <a:cubicBezTo>
                    <a:pt x="154" y="225"/>
                    <a:pt x="196" y="199"/>
                    <a:pt x="213" y="157"/>
                  </a:cubicBezTo>
                  <a:cubicBezTo>
                    <a:pt x="236" y="101"/>
                    <a:pt x="210" y="36"/>
                    <a:pt x="15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11" name="任意多边形: 形状 410"/>
            <p:cNvSpPr/>
            <p:nvPr/>
          </p:nvSpPr>
          <p:spPr bwMode="auto">
            <a:xfrm>
              <a:off x="2814" y="2201"/>
              <a:ext cx="82" cy="80"/>
            </a:xfrm>
            <a:custGeom>
              <a:avLst/>
              <a:gdLst>
                <a:gd name="T0" fmla="*/ 134 w 225"/>
                <a:gd name="T1" fmla="*/ 7 h 219"/>
                <a:gd name="T2" fmla="*/ 55 w 225"/>
                <a:gd name="T3" fmla="*/ 19 h 219"/>
                <a:gd name="T4" fmla="*/ 6 w 225"/>
                <a:gd name="T5" fmla="*/ 86 h 219"/>
                <a:gd name="T6" fmla="*/ 21 w 225"/>
                <a:gd name="T7" fmla="*/ 170 h 219"/>
                <a:gd name="T8" fmla="*/ 89 w 225"/>
                <a:gd name="T9" fmla="*/ 217 h 219"/>
                <a:gd name="T10" fmla="*/ 108 w 225"/>
                <a:gd name="T11" fmla="*/ 219 h 219"/>
                <a:gd name="T12" fmla="*/ 211 w 225"/>
                <a:gd name="T13" fmla="*/ 136 h 219"/>
                <a:gd name="T14" fmla="*/ 134 w 225"/>
                <a:gd name="T15" fmla="*/ 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5" h="219">
                  <a:moveTo>
                    <a:pt x="134" y="7"/>
                  </a:moveTo>
                  <a:cubicBezTo>
                    <a:pt x="107" y="0"/>
                    <a:pt x="79" y="4"/>
                    <a:pt x="55" y="19"/>
                  </a:cubicBezTo>
                  <a:cubicBezTo>
                    <a:pt x="31" y="34"/>
                    <a:pt x="13" y="58"/>
                    <a:pt x="6" y="86"/>
                  </a:cubicBezTo>
                  <a:cubicBezTo>
                    <a:pt x="0" y="114"/>
                    <a:pt x="5" y="145"/>
                    <a:pt x="21" y="170"/>
                  </a:cubicBezTo>
                  <a:cubicBezTo>
                    <a:pt x="37" y="194"/>
                    <a:pt x="62" y="211"/>
                    <a:pt x="89" y="217"/>
                  </a:cubicBezTo>
                  <a:cubicBezTo>
                    <a:pt x="96" y="218"/>
                    <a:pt x="102" y="219"/>
                    <a:pt x="108" y="219"/>
                  </a:cubicBezTo>
                  <a:cubicBezTo>
                    <a:pt x="156" y="219"/>
                    <a:pt x="200" y="185"/>
                    <a:pt x="211" y="136"/>
                  </a:cubicBezTo>
                  <a:cubicBezTo>
                    <a:pt x="225" y="79"/>
                    <a:pt x="191" y="21"/>
                    <a:pt x="134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12" name="任意多边形: 形状 411"/>
            <p:cNvSpPr/>
            <p:nvPr/>
          </p:nvSpPr>
          <p:spPr bwMode="auto">
            <a:xfrm>
              <a:off x="2866" y="2011"/>
              <a:ext cx="77" cy="77"/>
            </a:xfrm>
            <a:custGeom>
              <a:avLst/>
              <a:gdLst>
                <a:gd name="T0" fmla="*/ 113 w 210"/>
                <a:gd name="T1" fmla="*/ 2 h 210"/>
                <a:gd name="T2" fmla="*/ 39 w 210"/>
                <a:gd name="T3" fmla="*/ 26 h 210"/>
                <a:gd name="T4" fmla="*/ 2 w 210"/>
                <a:gd name="T5" fmla="*/ 97 h 210"/>
                <a:gd name="T6" fmla="*/ 29 w 210"/>
                <a:gd name="T7" fmla="*/ 175 h 210"/>
                <a:gd name="T8" fmla="*/ 101 w 210"/>
                <a:gd name="T9" fmla="*/ 210 h 210"/>
                <a:gd name="T10" fmla="*/ 205 w 210"/>
                <a:gd name="T11" fmla="*/ 114 h 210"/>
                <a:gd name="T12" fmla="*/ 113 w 210"/>
                <a:gd name="T13" fmla="*/ 2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0" h="210">
                  <a:moveTo>
                    <a:pt x="113" y="2"/>
                  </a:moveTo>
                  <a:cubicBezTo>
                    <a:pt x="86" y="0"/>
                    <a:pt x="60" y="8"/>
                    <a:pt x="39" y="26"/>
                  </a:cubicBezTo>
                  <a:cubicBezTo>
                    <a:pt x="18" y="44"/>
                    <a:pt x="5" y="69"/>
                    <a:pt x="2" y="97"/>
                  </a:cubicBezTo>
                  <a:cubicBezTo>
                    <a:pt x="0" y="125"/>
                    <a:pt x="10" y="154"/>
                    <a:pt x="29" y="175"/>
                  </a:cubicBezTo>
                  <a:cubicBezTo>
                    <a:pt x="47" y="196"/>
                    <a:pt x="73" y="209"/>
                    <a:pt x="101" y="210"/>
                  </a:cubicBezTo>
                  <a:cubicBezTo>
                    <a:pt x="156" y="210"/>
                    <a:pt x="201" y="168"/>
                    <a:pt x="205" y="114"/>
                  </a:cubicBezTo>
                  <a:cubicBezTo>
                    <a:pt x="210" y="58"/>
                    <a:pt x="169" y="7"/>
                    <a:pt x="11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13" name="任意多边形: 形状 412"/>
            <p:cNvSpPr/>
            <p:nvPr/>
          </p:nvSpPr>
          <p:spPr bwMode="auto">
            <a:xfrm>
              <a:off x="2889" y="1816"/>
              <a:ext cx="74" cy="74"/>
            </a:xfrm>
            <a:custGeom>
              <a:avLst/>
              <a:gdLst>
                <a:gd name="T0" fmla="*/ 166 w 203"/>
                <a:gd name="T1" fmla="*/ 26 h 202"/>
                <a:gd name="T2" fmla="*/ 95 w 203"/>
                <a:gd name="T3" fmla="*/ 2 h 202"/>
                <a:gd name="T4" fmla="*/ 4 w 203"/>
                <a:gd name="T5" fmla="*/ 108 h 202"/>
                <a:gd name="T6" fmla="*/ 40 w 203"/>
                <a:gd name="T7" fmla="*/ 179 h 202"/>
                <a:gd name="T8" fmla="*/ 102 w 203"/>
                <a:gd name="T9" fmla="*/ 202 h 202"/>
                <a:gd name="T10" fmla="*/ 113 w 203"/>
                <a:gd name="T11" fmla="*/ 201 h 202"/>
                <a:gd name="T12" fmla="*/ 200 w 203"/>
                <a:gd name="T13" fmla="*/ 95 h 202"/>
                <a:gd name="T14" fmla="*/ 166 w 203"/>
                <a:gd name="T15" fmla="*/ 2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3" h="202">
                  <a:moveTo>
                    <a:pt x="166" y="26"/>
                  </a:moveTo>
                  <a:cubicBezTo>
                    <a:pt x="146" y="8"/>
                    <a:pt x="121" y="0"/>
                    <a:pt x="95" y="2"/>
                  </a:cubicBezTo>
                  <a:cubicBezTo>
                    <a:pt x="41" y="5"/>
                    <a:pt x="0" y="53"/>
                    <a:pt x="4" y="108"/>
                  </a:cubicBezTo>
                  <a:cubicBezTo>
                    <a:pt x="5" y="136"/>
                    <a:pt x="19" y="161"/>
                    <a:pt x="40" y="179"/>
                  </a:cubicBezTo>
                  <a:cubicBezTo>
                    <a:pt x="58" y="194"/>
                    <a:pt x="80" y="202"/>
                    <a:pt x="102" y="202"/>
                  </a:cubicBezTo>
                  <a:cubicBezTo>
                    <a:pt x="106" y="202"/>
                    <a:pt x="110" y="201"/>
                    <a:pt x="113" y="201"/>
                  </a:cubicBezTo>
                  <a:cubicBezTo>
                    <a:pt x="164" y="195"/>
                    <a:pt x="203" y="147"/>
                    <a:pt x="200" y="95"/>
                  </a:cubicBezTo>
                  <a:cubicBezTo>
                    <a:pt x="198" y="68"/>
                    <a:pt x="186" y="43"/>
                    <a:pt x="16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14" name="任意多边形: 形状 413"/>
            <p:cNvSpPr/>
            <p:nvPr/>
          </p:nvSpPr>
          <p:spPr bwMode="auto">
            <a:xfrm>
              <a:off x="2882" y="1620"/>
              <a:ext cx="76" cy="72"/>
            </a:xfrm>
            <a:custGeom>
              <a:avLst/>
              <a:gdLst>
                <a:gd name="T0" fmla="*/ 12 w 207"/>
                <a:gd name="T1" fmla="*/ 120 h 196"/>
                <a:gd name="T2" fmla="*/ 56 w 207"/>
                <a:gd name="T3" fmla="*/ 182 h 196"/>
                <a:gd name="T4" fmla="*/ 105 w 207"/>
                <a:gd name="T5" fmla="*/ 196 h 196"/>
                <a:gd name="T6" fmla="*/ 130 w 207"/>
                <a:gd name="T7" fmla="*/ 192 h 196"/>
                <a:gd name="T8" fmla="*/ 196 w 207"/>
                <a:gd name="T9" fmla="*/ 78 h 196"/>
                <a:gd name="T10" fmla="*/ 154 w 207"/>
                <a:gd name="T11" fmla="*/ 17 h 196"/>
                <a:gd name="T12" fmla="*/ 84 w 207"/>
                <a:gd name="T13" fmla="*/ 5 h 196"/>
                <a:gd name="T14" fmla="*/ 12 w 207"/>
                <a:gd name="T15" fmla="*/ 12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7" h="196">
                  <a:moveTo>
                    <a:pt x="12" y="120"/>
                  </a:moveTo>
                  <a:cubicBezTo>
                    <a:pt x="17" y="146"/>
                    <a:pt x="34" y="168"/>
                    <a:pt x="56" y="182"/>
                  </a:cubicBezTo>
                  <a:cubicBezTo>
                    <a:pt x="71" y="191"/>
                    <a:pt x="88" y="196"/>
                    <a:pt x="105" y="196"/>
                  </a:cubicBezTo>
                  <a:cubicBezTo>
                    <a:pt x="113" y="196"/>
                    <a:pt x="122" y="194"/>
                    <a:pt x="130" y="192"/>
                  </a:cubicBezTo>
                  <a:cubicBezTo>
                    <a:pt x="177" y="179"/>
                    <a:pt x="207" y="128"/>
                    <a:pt x="196" y="78"/>
                  </a:cubicBezTo>
                  <a:cubicBezTo>
                    <a:pt x="191" y="53"/>
                    <a:pt x="176" y="31"/>
                    <a:pt x="154" y="17"/>
                  </a:cubicBezTo>
                  <a:cubicBezTo>
                    <a:pt x="133" y="4"/>
                    <a:pt x="108" y="0"/>
                    <a:pt x="84" y="5"/>
                  </a:cubicBezTo>
                  <a:cubicBezTo>
                    <a:pt x="33" y="17"/>
                    <a:pt x="0" y="68"/>
                    <a:pt x="12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15" name="任意多边形: 形状 414"/>
            <p:cNvSpPr/>
            <p:nvPr/>
          </p:nvSpPr>
          <p:spPr bwMode="auto">
            <a:xfrm>
              <a:off x="2848" y="1428"/>
              <a:ext cx="75" cy="68"/>
            </a:xfrm>
            <a:custGeom>
              <a:avLst/>
              <a:gdLst>
                <a:gd name="T0" fmla="*/ 18 w 205"/>
                <a:gd name="T1" fmla="*/ 129 h 188"/>
                <a:gd name="T2" fmla="*/ 69 w 205"/>
                <a:gd name="T3" fmla="*/ 181 h 188"/>
                <a:gd name="T4" fmla="*/ 104 w 205"/>
                <a:gd name="T5" fmla="*/ 188 h 188"/>
                <a:gd name="T6" fmla="*/ 141 w 205"/>
                <a:gd name="T7" fmla="*/ 180 h 188"/>
                <a:gd name="T8" fmla="*/ 188 w 205"/>
                <a:gd name="T9" fmla="*/ 62 h 188"/>
                <a:gd name="T10" fmla="*/ 139 w 205"/>
                <a:gd name="T11" fmla="*/ 10 h 188"/>
                <a:gd name="T12" fmla="*/ 70 w 205"/>
                <a:gd name="T13" fmla="*/ 9 h 188"/>
                <a:gd name="T14" fmla="*/ 18 w 205"/>
                <a:gd name="T15" fmla="*/ 12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5" h="188">
                  <a:moveTo>
                    <a:pt x="18" y="129"/>
                  </a:moveTo>
                  <a:cubicBezTo>
                    <a:pt x="27" y="153"/>
                    <a:pt x="46" y="172"/>
                    <a:pt x="69" y="181"/>
                  </a:cubicBezTo>
                  <a:cubicBezTo>
                    <a:pt x="80" y="186"/>
                    <a:pt x="92" y="188"/>
                    <a:pt x="104" y="188"/>
                  </a:cubicBezTo>
                  <a:cubicBezTo>
                    <a:pt x="116" y="188"/>
                    <a:pt x="129" y="185"/>
                    <a:pt x="141" y="180"/>
                  </a:cubicBezTo>
                  <a:cubicBezTo>
                    <a:pt x="184" y="160"/>
                    <a:pt x="205" y="107"/>
                    <a:pt x="188" y="62"/>
                  </a:cubicBezTo>
                  <a:cubicBezTo>
                    <a:pt x="179" y="38"/>
                    <a:pt x="161" y="20"/>
                    <a:pt x="139" y="10"/>
                  </a:cubicBezTo>
                  <a:cubicBezTo>
                    <a:pt x="117" y="1"/>
                    <a:pt x="92" y="0"/>
                    <a:pt x="70" y="9"/>
                  </a:cubicBezTo>
                  <a:cubicBezTo>
                    <a:pt x="23" y="28"/>
                    <a:pt x="0" y="82"/>
                    <a:pt x="18" y="1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16" name="任意多边形: 形状 415"/>
            <p:cNvSpPr/>
            <p:nvPr/>
          </p:nvSpPr>
          <p:spPr bwMode="auto">
            <a:xfrm>
              <a:off x="2785" y="1241"/>
              <a:ext cx="73" cy="66"/>
            </a:xfrm>
            <a:custGeom>
              <a:avLst/>
              <a:gdLst>
                <a:gd name="T0" fmla="*/ 81 w 199"/>
                <a:gd name="T1" fmla="*/ 178 h 180"/>
                <a:gd name="T2" fmla="*/ 101 w 199"/>
                <a:gd name="T3" fmla="*/ 180 h 180"/>
                <a:gd name="T4" fmla="*/ 148 w 199"/>
                <a:gd name="T5" fmla="*/ 166 h 180"/>
                <a:gd name="T6" fmla="*/ 176 w 199"/>
                <a:gd name="T7" fmla="*/ 47 h 180"/>
                <a:gd name="T8" fmla="*/ 122 w 199"/>
                <a:gd name="T9" fmla="*/ 5 h 180"/>
                <a:gd name="T10" fmla="*/ 56 w 199"/>
                <a:gd name="T11" fmla="*/ 15 h 180"/>
                <a:gd name="T12" fmla="*/ 25 w 199"/>
                <a:gd name="T13" fmla="*/ 136 h 180"/>
                <a:gd name="T14" fmla="*/ 81 w 199"/>
                <a:gd name="T15" fmla="*/ 17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9" h="180">
                  <a:moveTo>
                    <a:pt x="81" y="178"/>
                  </a:moveTo>
                  <a:cubicBezTo>
                    <a:pt x="87" y="179"/>
                    <a:pt x="94" y="180"/>
                    <a:pt x="101" y="180"/>
                  </a:cubicBezTo>
                  <a:cubicBezTo>
                    <a:pt x="118" y="180"/>
                    <a:pt x="134" y="175"/>
                    <a:pt x="148" y="166"/>
                  </a:cubicBezTo>
                  <a:cubicBezTo>
                    <a:pt x="187" y="140"/>
                    <a:pt x="199" y="87"/>
                    <a:pt x="176" y="47"/>
                  </a:cubicBezTo>
                  <a:cubicBezTo>
                    <a:pt x="164" y="26"/>
                    <a:pt x="145" y="11"/>
                    <a:pt x="122" y="5"/>
                  </a:cubicBezTo>
                  <a:cubicBezTo>
                    <a:pt x="99" y="0"/>
                    <a:pt x="76" y="3"/>
                    <a:pt x="56" y="15"/>
                  </a:cubicBezTo>
                  <a:cubicBezTo>
                    <a:pt x="14" y="40"/>
                    <a:pt x="0" y="94"/>
                    <a:pt x="25" y="136"/>
                  </a:cubicBezTo>
                  <a:cubicBezTo>
                    <a:pt x="37" y="157"/>
                    <a:pt x="57" y="172"/>
                    <a:pt x="81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17" name="任意多边形: 形状 416"/>
            <p:cNvSpPr/>
            <p:nvPr/>
          </p:nvSpPr>
          <p:spPr bwMode="auto">
            <a:xfrm>
              <a:off x="2696" y="1065"/>
              <a:ext cx="69" cy="62"/>
            </a:xfrm>
            <a:custGeom>
              <a:avLst/>
              <a:gdLst>
                <a:gd name="T0" fmla="*/ 88 w 187"/>
                <a:gd name="T1" fmla="*/ 172 h 172"/>
                <a:gd name="T2" fmla="*/ 95 w 187"/>
                <a:gd name="T3" fmla="*/ 172 h 172"/>
                <a:gd name="T4" fmla="*/ 151 w 187"/>
                <a:gd name="T5" fmla="*/ 150 h 172"/>
                <a:gd name="T6" fmla="*/ 159 w 187"/>
                <a:gd name="T7" fmla="*/ 33 h 172"/>
                <a:gd name="T8" fmla="*/ 102 w 187"/>
                <a:gd name="T9" fmla="*/ 2 h 172"/>
                <a:gd name="T10" fmla="*/ 41 w 187"/>
                <a:gd name="T11" fmla="*/ 21 h 172"/>
                <a:gd name="T12" fmla="*/ 30 w 187"/>
                <a:gd name="T13" fmla="*/ 141 h 172"/>
                <a:gd name="T14" fmla="*/ 88 w 187"/>
                <a:gd name="T15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7" h="172">
                  <a:moveTo>
                    <a:pt x="88" y="172"/>
                  </a:moveTo>
                  <a:cubicBezTo>
                    <a:pt x="91" y="172"/>
                    <a:pt x="93" y="172"/>
                    <a:pt x="95" y="172"/>
                  </a:cubicBezTo>
                  <a:cubicBezTo>
                    <a:pt x="115" y="172"/>
                    <a:pt x="136" y="164"/>
                    <a:pt x="151" y="150"/>
                  </a:cubicBezTo>
                  <a:cubicBezTo>
                    <a:pt x="183" y="120"/>
                    <a:pt x="187" y="67"/>
                    <a:pt x="159" y="33"/>
                  </a:cubicBezTo>
                  <a:cubicBezTo>
                    <a:pt x="145" y="15"/>
                    <a:pt x="125" y="4"/>
                    <a:pt x="102" y="2"/>
                  </a:cubicBezTo>
                  <a:cubicBezTo>
                    <a:pt x="80" y="0"/>
                    <a:pt x="58" y="7"/>
                    <a:pt x="41" y="21"/>
                  </a:cubicBezTo>
                  <a:cubicBezTo>
                    <a:pt x="5" y="51"/>
                    <a:pt x="0" y="105"/>
                    <a:pt x="30" y="141"/>
                  </a:cubicBezTo>
                  <a:cubicBezTo>
                    <a:pt x="44" y="159"/>
                    <a:pt x="65" y="170"/>
                    <a:pt x="88" y="1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18" name="任意多边形: 形状 417"/>
            <p:cNvSpPr/>
            <p:nvPr/>
          </p:nvSpPr>
          <p:spPr bwMode="auto">
            <a:xfrm>
              <a:off x="2579" y="901"/>
              <a:ext cx="65" cy="60"/>
            </a:xfrm>
            <a:custGeom>
              <a:avLst/>
              <a:gdLst>
                <a:gd name="T0" fmla="*/ 90 w 179"/>
                <a:gd name="T1" fmla="*/ 164 h 164"/>
                <a:gd name="T2" fmla="*/ 97 w 179"/>
                <a:gd name="T3" fmla="*/ 164 h 164"/>
                <a:gd name="T4" fmla="*/ 153 w 179"/>
                <a:gd name="T5" fmla="*/ 134 h 164"/>
                <a:gd name="T6" fmla="*/ 143 w 179"/>
                <a:gd name="T7" fmla="*/ 22 h 164"/>
                <a:gd name="T8" fmla="*/ 84 w 179"/>
                <a:gd name="T9" fmla="*/ 1 h 164"/>
                <a:gd name="T10" fmla="*/ 29 w 179"/>
                <a:gd name="T11" fmla="*/ 29 h 164"/>
                <a:gd name="T12" fmla="*/ 37 w 179"/>
                <a:gd name="T13" fmla="*/ 144 h 164"/>
                <a:gd name="T14" fmla="*/ 90 w 179"/>
                <a:gd name="T15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164">
                  <a:moveTo>
                    <a:pt x="90" y="164"/>
                  </a:moveTo>
                  <a:cubicBezTo>
                    <a:pt x="92" y="164"/>
                    <a:pt x="94" y="164"/>
                    <a:pt x="97" y="164"/>
                  </a:cubicBezTo>
                  <a:cubicBezTo>
                    <a:pt x="119" y="162"/>
                    <a:pt x="139" y="151"/>
                    <a:pt x="153" y="134"/>
                  </a:cubicBezTo>
                  <a:cubicBezTo>
                    <a:pt x="179" y="100"/>
                    <a:pt x="174" y="50"/>
                    <a:pt x="143" y="22"/>
                  </a:cubicBezTo>
                  <a:cubicBezTo>
                    <a:pt x="126" y="7"/>
                    <a:pt x="106" y="0"/>
                    <a:pt x="84" y="1"/>
                  </a:cubicBezTo>
                  <a:cubicBezTo>
                    <a:pt x="63" y="3"/>
                    <a:pt x="43" y="13"/>
                    <a:pt x="29" y="29"/>
                  </a:cubicBezTo>
                  <a:cubicBezTo>
                    <a:pt x="0" y="63"/>
                    <a:pt x="4" y="115"/>
                    <a:pt x="37" y="144"/>
                  </a:cubicBezTo>
                  <a:cubicBezTo>
                    <a:pt x="51" y="157"/>
                    <a:pt x="70" y="164"/>
                    <a:pt x="90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19" name="任意多边形: 形状 418"/>
            <p:cNvSpPr/>
            <p:nvPr/>
          </p:nvSpPr>
          <p:spPr bwMode="auto">
            <a:xfrm>
              <a:off x="2433" y="754"/>
              <a:ext cx="63" cy="58"/>
            </a:xfrm>
            <a:custGeom>
              <a:avLst/>
              <a:gdLst>
                <a:gd name="T0" fmla="*/ 47 w 174"/>
                <a:gd name="T1" fmla="*/ 147 h 159"/>
                <a:gd name="T2" fmla="*/ 87 w 174"/>
                <a:gd name="T3" fmla="*/ 159 h 159"/>
                <a:gd name="T4" fmla="*/ 106 w 174"/>
                <a:gd name="T5" fmla="*/ 156 h 159"/>
                <a:gd name="T6" fmla="*/ 154 w 174"/>
                <a:gd name="T7" fmla="*/ 119 h 159"/>
                <a:gd name="T8" fmla="*/ 128 w 174"/>
                <a:gd name="T9" fmla="*/ 15 h 159"/>
                <a:gd name="T10" fmla="*/ 70 w 174"/>
                <a:gd name="T11" fmla="*/ 5 h 159"/>
                <a:gd name="T12" fmla="*/ 22 w 174"/>
                <a:gd name="T13" fmla="*/ 40 h 159"/>
                <a:gd name="T14" fmla="*/ 47 w 174"/>
                <a:gd name="T15" fmla="*/ 14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4" h="159">
                  <a:moveTo>
                    <a:pt x="47" y="147"/>
                  </a:moveTo>
                  <a:cubicBezTo>
                    <a:pt x="59" y="155"/>
                    <a:pt x="73" y="159"/>
                    <a:pt x="87" y="159"/>
                  </a:cubicBezTo>
                  <a:cubicBezTo>
                    <a:pt x="93" y="159"/>
                    <a:pt x="100" y="158"/>
                    <a:pt x="106" y="156"/>
                  </a:cubicBezTo>
                  <a:cubicBezTo>
                    <a:pt x="127" y="151"/>
                    <a:pt x="144" y="137"/>
                    <a:pt x="154" y="119"/>
                  </a:cubicBezTo>
                  <a:cubicBezTo>
                    <a:pt x="174" y="83"/>
                    <a:pt x="162" y="36"/>
                    <a:pt x="128" y="15"/>
                  </a:cubicBezTo>
                  <a:cubicBezTo>
                    <a:pt x="110" y="4"/>
                    <a:pt x="90" y="0"/>
                    <a:pt x="70" y="5"/>
                  </a:cubicBezTo>
                  <a:cubicBezTo>
                    <a:pt x="50" y="10"/>
                    <a:pt x="33" y="22"/>
                    <a:pt x="22" y="40"/>
                  </a:cubicBezTo>
                  <a:cubicBezTo>
                    <a:pt x="0" y="76"/>
                    <a:pt x="11" y="125"/>
                    <a:pt x="47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20" name="任意多边形: 形状 419"/>
            <p:cNvSpPr/>
            <p:nvPr/>
          </p:nvSpPr>
          <p:spPr bwMode="auto">
            <a:xfrm>
              <a:off x="2270" y="635"/>
              <a:ext cx="60" cy="55"/>
            </a:xfrm>
            <a:custGeom>
              <a:avLst/>
              <a:gdLst>
                <a:gd name="T0" fmla="*/ 55 w 165"/>
                <a:gd name="T1" fmla="*/ 145 h 150"/>
                <a:gd name="T2" fmla="*/ 82 w 165"/>
                <a:gd name="T3" fmla="*/ 150 h 150"/>
                <a:gd name="T4" fmla="*/ 112 w 165"/>
                <a:gd name="T5" fmla="*/ 144 h 150"/>
                <a:gd name="T6" fmla="*/ 152 w 165"/>
                <a:gd name="T7" fmla="*/ 101 h 150"/>
                <a:gd name="T8" fmla="*/ 110 w 165"/>
                <a:gd name="T9" fmla="*/ 7 h 150"/>
                <a:gd name="T10" fmla="*/ 55 w 165"/>
                <a:gd name="T11" fmla="*/ 7 h 150"/>
                <a:gd name="T12" fmla="*/ 15 w 165"/>
                <a:gd name="T13" fmla="*/ 48 h 150"/>
                <a:gd name="T14" fmla="*/ 55 w 165"/>
                <a:gd name="T15" fmla="*/ 14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150">
                  <a:moveTo>
                    <a:pt x="55" y="145"/>
                  </a:moveTo>
                  <a:cubicBezTo>
                    <a:pt x="64" y="148"/>
                    <a:pt x="73" y="150"/>
                    <a:pt x="82" y="150"/>
                  </a:cubicBezTo>
                  <a:cubicBezTo>
                    <a:pt x="92" y="150"/>
                    <a:pt x="102" y="148"/>
                    <a:pt x="112" y="144"/>
                  </a:cubicBezTo>
                  <a:cubicBezTo>
                    <a:pt x="130" y="136"/>
                    <a:pt x="145" y="120"/>
                    <a:pt x="152" y="101"/>
                  </a:cubicBezTo>
                  <a:cubicBezTo>
                    <a:pt x="165" y="64"/>
                    <a:pt x="146" y="22"/>
                    <a:pt x="110" y="7"/>
                  </a:cubicBezTo>
                  <a:cubicBezTo>
                    <a:pt x="92" y="0"/>
                    <a:pt x="73" y="0"/>
                    <a:pt x="55" y="7"/>
                  </a:cubicBezTo>
                  <a:cubicBezTo>
                    <a:pt x="37" y="15"/>
                    <a:pt x="23" y="29"/>
                    <a:pt x="15" y="48"/>
                  </a:cubicBezTo>
                  <a:cubicBezTo>
                    <a:pt x="0" y="86"/>
                    <a:pt x="18" y="129"/>
                    <a:pt x="55" y="1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21" name="任意多边形: 形状 420"/>
            <p:cNvSpPr/>
            <p:nvPr/>
          </p:nvSpPr>
          <p:spPr bwMode="auto">
            <a:xfrm>
              <a:off x="2095" y="545"/>
              <a:ext cx="56" cy="53"/>
            </a:xfrm>
            <a:custGeom>
              <a:avLst/>
              <a:gdLst>
                <a:gd name="T0" fmla="*/ 60 w 151"/>
                <a:gd name="T1" fmla="*/ 142 h 143"/>
                <a:gd name="T2" fmla="*/ 76 w 151"/>
                <a:gd name="T3" fmla="*/ 143 h 143"/>
                <a:gd name="T4" fmla="*/ 113 w 151"/>
                <a:gd name="T5" fmla="*/ 132 h 143"/>
                <a:gd name="T6" fmla="*/ 144 w 151"/>
                <a:gd name="T7" fmla="*/ 86 h 143"/>
                <a:gd name="T8" fmla="*/ 91 w 151"/>
                <a:gd name="T9" fmla="*/ 4 h 143"/>
                <a:gd name="T10" fmla="*/ 39 w 151"/>
                <a:gd name="T11" fmla="*/ 13 h 143"/>
                <a:gd name="T12" fmla="*/ 8 w 151"/>
                <a:gd name="T13" fmla="*/ 57 h 143"/>
                <a:gd name="T14" fmla="*/ 60 w 151"/>
                <a:gd name="T15" fmla="*/ 142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43">
                  <a:moveTo>
                    <a:pt x="60" y="142"/>
                  </a:moveTo>
                  <a:cubicBezTo>
                    <a:pt x="66" y="143"/>
                    <a:pt x="71" y="143"/>
                    <a:pt x="76" y="143"/>
                  </a:cubicBezTo>
                  <a:cubicBezTo>
                    <a:pt x="89" y="143"/>
                    <a:pt x="102" y="140"/>
                    <a:pt x="113" y="132"/>
                  </a:cubicBezTo>
                  <a:cubicBezTo>
                    <a:pt x="130" y="121"/>
                    <a:pt x="141" y="105"/>
                    <a:pt x="144" y="86"/>
                  </a:cubicBezTo>
                  <a:cubicBezTo>
                    <a:pt x="151" y="49"/>
                    <a:pt x="127" y="12"/>
                    <a:pt x="91" y="4"/>
                  </a:cubicBezTo>
                  <a:cubicBezTo>
                    <a:pt x="74" y="0"/>
                    <a:pt x="55" y="3"/>
                    <a:pt x="39" y="13"/>
                  </a:cubicBezTo>
                  <a:cubicBezTo>
                    <a:pt x="23" y="23"/>
                    <a:pt x="12" y="39"/>
                    <a:pt x="8" y="57"/>
                  </a:cubicBezTo>
                  <a:cubicBezTo>
                    <a:pt x="0" y="95"/>
                    <a:pt x="23" y="133"/>
                    <a:pt x="60" y="1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22" name="任意多边形: 形状 421"/>
            <p:cNvSpPr/>
            <p:nvPr/>
          </p:nvSpPr>
          <p:spPr bwMode="auto">
            <a:xfrm>
              <a:off x="1913" y="485"/>
              <a:ext cx="49" cy="50"/>
            </a:xfrm>
            <a:custGeom>
              <a:avLst/>
              <a:gdLst>
                <a:gd name="T0" fmla="*/ 64 w 135"/>
                <a:gd name="T1" fmla="*/ 135 h 135"/>
                <a:gd name="T2" fmla="*/ 68 w 135"/>
                <a:gd name="T3" fmla="*/ 135 h 135"/>
                <a:gd name="T4" fmla="*/ 112 w 135"/>
                <a:gd name="T5" fmla="*/ 118 h 135"/>
                <a:gd name="T6" fmla="*/ 134 w 135"/>
                <a:gd name="T7" fmla="*/ 70 h 135"/>
                <a:gd name="T8" fmla="*/ 72 w 135"/>
                <a:gd name="T9" fmla="*/ 2 h 135"/>
                <a:gd name="T10" fmla="*/ 25 w 135"/>
                <a:gd name="T11" fmla="*/ 18 h 135"/>
                <a:gd name="T12" fmla="*/ 2 w 135"/>
                <a:gd name="T13" fmla="*/ 64 h 135"/>
                <a:gd name="T14" fmla="*/ 64 w 135"/>
                <a:gd name="T15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5" h="135">
                  <a:moveTo>
                    <a:pt x="64" y="135"/>
                  </a:moveTo>
                  <a:cubicBezTo>
                    <a:pt x="65" y="135"/>
                    <a:pt x="67" y="135"/>
                    <a:pt x="68" y="135"/>
                  </a:cubicBezTo>
                  <a:cubicBezTo>
                    <a:pt x="84" y="135"/>
                    <a:pt x="100" y="129"/>
                    <a:pt x="112" y="118"/>
                  </a:cubicBezTo>
                  <a:cubicBezTo>
                    <a:pt x="126" y="105"/>
                    <a:pt x="134" y="88"/>
                    <a:pt x="134" y="70"/>
                  </a:cubicBezTo>
                  <a:cubicBezTo>
                    <a:pt x="135" y="34"/>
                    <a:pt x="107" y="4"/>
                    <a:pt x="72" y="2"/>
                  </a:cubicBezTo>
                  <a:cubicBezTo>
                    <a:pt x="54" y="0"/>
                    <a:pt x="38" y="6"/>
                    <a:pt x="25" y="18"/>
                  </a:cubicBezTo>
                  <a:cubicBezTo>
                    <a:pt x="11" y="30"/>
                    <a:pt x="3" y="46"/>
                    <a:pt x="2" y="64"/>
                  </a:cubicBezTo>
                  <a:cubicBezTo>
                    <a:pt x="0" y="101"/>
                    <a:pt x="28" y="133"/>
                    <a:pt x="64" y="1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23" name="任意多边形: 形状 422"/>
            <p:cNvSpPr/>
            <p:nvPr/>
          </p:nvSpPr>
          <p:spPr bwMode="auto">
            <a:xfrm>
              <a:off x="1723" y="453"/>
              <a:ext cx="47" cy="48"/>
            </a:xfrm>
            <a:custGeom>
              <a:avLst/>
              <a:gdLst>
                <a:gd name="T0" fmla="*/ 66 w 130"/>
                <a:gd name="T1" fmla="*/ 130 h 130"/>
                <a:gd name="T2" fmla="*/ 72 w 130"/>
                <a:gd name="T3" fmla="*/ 130 h 130"/>
                <a:gd name="T4" fmla="*/ 114 w 130"/>
                <a:gd name="T5" fmla="*/ 106 h 130"/>
                <a:gd name="T6" fmla="*/ 127 w 130"/>
                <a:gd name="T7" fmla="*/ 58 h 130"/>
                <a:gd name="T8" fmla="*/ 59 w 130"/>
                <a:gd name="T9" fmla="*/ 4 h 130"/>
                <a:gd name="T10" fmla="*/ 4 w 130"/>
                <a:gd name="T11" fmla="*/ 73 h 130"/>
                <a:gd name="T12" fmla="*/ 27 w 130"/>
                <a:gd name="T13" fmla="*/ 116 h 130"/>
                <a:gd name="T14" fmla="*/ 66 w 130"/>
                <a:gd name="T15" fmla="*/ 13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0" h="130">
                  <a:moveTo>
                    <a:pt x="66" y="130"/>
                  </a:moveTo>
                  <a:cubicBezTo>
                    <a:pt x="68" y="130"/>
                    <a:pt x="70" y="130"/>
                    <a:pt x="72" y="130"/>
                  </a:cubicBezTo>
                  <a:cubicBezTo>
                    <a:pt x="89" y="128"/>
                    <a:pt x="104" y="119"/>
                    <a:pt x="114" y="106"/>
                  </a:cubicBezTo>
                  <a:cubicBezTo>
                    <a:pt x="125" y="92"/>
                    <a:pt x="130" y="75"/>
                    <a:pt x="127" y="58"/>
                  </a:cubicBezTo>
                  <a:cubicBezTo>
                    <a:pt x="123" y="25"/>
                    <a:pt x="94" y="0"/>
                    <a:pt x="59" y="4"/>
                  </a:cubicBezTo>
                  <a:cubicBezTo>
                    <a:pt x="25" y="7"/>
                    <a:pt x="0" y="38"/>
                    <a:pt x="4" y="73"/>
                  </a:cubicBezTo>
                  <a:cubicBezTo>
                    <a:pt x="5" y="90"/>
                    <a:pt x="14" y="105"/>
                    <a:pt x="27" y="116"/>
                  </a:cubicBezTo>
                  <a:cubicBezTo>
                    <a:pt x="38" y="125"/>
                    <a:pt x="51" y="130"/>
                    <a:pt x="66" y="1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24" name="任意多边形: 形状 423"/>
            <p:cNvSpPr/>
            <p:nvPr/>
          </p:nvSpPr>
          <p:spPr bwMode="auto">
            <a:xfrm>
              <a:off x="1530" y="451"/>
              <a:ext cx="46" cy="46"/>
            </a:xfrm>
            <a:custGeom>
              <a:avLst/>
              <a:gdLst>
                <a:gd name="T0" fmla="*/ 36 w 126"/>
                <a:gd name="T1" fmla="*/ 118 h 126"/>
                <a:gd name="T2" fmla="*/ 65 w 126"/>
                <a:gd name="T3" fmla="*/ 126 h 126"/>
                <a:gd name="T4" fmla="*/ 80 w 126"/>
                <a:gd name="T5" fmla="*/ 123 h 126"/>
                <a:gd name="T6" fmla="*/ 116 w 126"/>
                <a:gd name="T7" fmla="*/ 95 h 126"/>
                <a:gd name="T8" fmla="*/ 121 w 126"/>
                <a:gd name="T9" fmla="*/ 49 h 126"/>
                <a:gd name="T10" fmla="*/ 49 w 126"/>
                <a:gd name="T11" fmla="*/ 9 h 126"/>
                <a:gd name="T12" fmla="*/ 8 w 126"/>
                <a:gd name="T13" fmla="*/ 82 h 126"/>
                <a:gd name="T14" fmla="*/ 36 w 126"/>
                <a:gd name="T15" fmla="*/ 11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6" h="126">
                  <a:moveTo>
                    <a:pt x="36" y="118"/>
                  </a:moveTo>
                  <a:cubicBezTo>
                    <a:pt x="45" y="123"/>
                    <a:pt x="55" y="126"/>
                    <a:pt x="65" y="126"/>
                  </a:cubicBezTo>
                  <a:cubicBezTo>
                    <a:pt x="70" y="126"/>
                    <a:pt x="75" y="125"/>
                    <a:pt x="80" y="123"/>
                  </a:cubicBezTo>
                  <a:cubicBezTo>
                    <a:pt x="96" y="119"/>
                    <a:pt x="108" y="109"/>
                    <a:pt x="116" y="95"/>
                  </a:cubicBezTo>
                  <a:cubicBezTo>
                    <a:pt x="124" y="81"/>
                    <a:pt x="126" y="64"/>
                    <a:pt x="121" y="49"/>
                  </a:cubicBezTo>
                  <a:cubicBezTo>
                    <a:pt x="112" y="18"/>
                    <a:pt x="80" y="0"/>
                    <a:pt x="49" y="9"/>
                  </a:cubicBezTo>
                  <a:cubicBezTo>
                    <a:pt x="18" y="17"/>
                    <a:pt x="0" y="50"/>
                    <a:pt x="8" y="82"/>
                  </a:cubicBezTo>
                  <a:cubicBezTo>
                    <a:pt x="12" y="97"/>
                    <a:pt x="22" y="110"/>
                    <a:pt x="36" y="1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25" name="任意多边形: 形状 424"/>
            <p:cNvSpPr/>
            <p:nvPr/>
          </p:nvSpPr>
          <p:spPr bwMode="auto">
            <a:xfrm>
              <a:off x="1340" y="477"/>
              <a:ext cx="43" cy="44"/>
            </a:xfrm>
            <a:custGeom>
              <a:avLst/>
              <a:gdLst>
                <a:gd name="T0" fmla="*/ 44 w 119"/>
                <a:gd name="T1" fmla="*/ 116 h 120"/>
                <a:gd name="T2" fmla="*/ 63 w 119"/>
                <a:gd name="T3" fmla="*/ 120 h 120"/>
                <a:gd name="T4" fmla="*/ 86 w 119"/>
                <a:gd name="T5" fmla="*/ 115 h 120"/>
                <a:gd name="T6" fmla="*/ 114 w 119"/>
                <a:gd name="T7" fmla="*/ 82 h 120"/>
                <a:gd name="T8" fmla="*/ 112 w 119"/>
                <a:gd name="T9" fmla="*/ 39 h 120"/>
                <a:gd name="T10" fmla="*/ 39 w 119"/>
                <a:gd name="T11" fmla="*/ 13 h 120"/>
                <a:gd name="T12" fmla="*/ 12 w 119"/>
                <a:gd name="T13" fmla="*/ 87 h 120"/>
                <a:gd name="T14" fmla="*/ 44 w 119"/>
                <a:gd name="T15" fmla="*/ 11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20">
                  <a:moveTo>
                    <a:pt x="44" y="116"/>
                  </a:moveTo>
                  <a:cubicBezTo>
                    <a:pt x="50" y="119"/>
                    <a:pt x="56" y="120"/>
                    <a:pt x="63" y="120"/>
                  </a:cubicBezTo>
                  <a:cubicBezTo>
                    <a:pt x="70" y="120"/>
                    <a:pt x="78" y="118"/>
                    <a:pt x="86" y="115"/>
                  </a:cubicBezTo>
                  <a:cubicBezTo>
                    <a:pt x="99" y="108"/>
                    <a:pt x="109" y="97"/>
                    <a:pt x="114" y="82"/>
                  </a:cubicBezTo>
                  <a:cubicBezTo>
                    <a:pt x="119" y="68"/>
                    <a:pt x="119" y="53"/>
                    <a:pt x="112" y="39"/>
                  </a:cubicBezTo>
                  <a:cubicBezTo>
                    <a:pt x="99" y="12"/>
                    <a:pt x="66" y="0"/>
                    <a:pt x="39" y="13"/>
                  </a:cubicBezTo>
                  <a:cubicBezTo>
                    <a:pt x="12" y="26"/>
                    <a:pt x="0" y="59"/>
                    <a:pt x="12" y="87"/>
                  </a:cubicBezTo>
                  <a:cubicBezTo>
                    <a:pt x="19" y="101"/>
                    <a:pt x="30" y="111"/>
                    <a:pt x="44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26" name="任意多边形: 形状 425"/>
            <p:cNvSpPr/>
            <p:nvPr/>
          </p:nvSpPr>
          <p:spPr bwMode="auto">
            <a:xfrm>
              <a:off x="1155" y="534"/>
              <a:ext cx="42" cy="40"/>
            </a:xfrm>
            <a:custGeom>
              <a:avLst/>
              <a:gdLst>
                <a:gd name="T0" fmla="*/ 49 w 117"/>
                <a:gd name="T1" fmla="*/ 110 h 111"/>
                <a:gd name="T2" fmla="*/ 59 w 117"/>
                <a:gd name="T3" fmla="*/ 111 h 111"/>
                <a:gd name="T4" fmla="*/ 88 w 117"/>
                <a:gd name="T5" fmla="*/ 102 h 111"/>
                <a:gd name="T6" fmla="*/ 100 w 117"/>
                <a:gd name="T7" fmla="*/ 28 h 111"/>
                <a:gd name="T8" fmla="*/ 29 w 117"/>
                <a:gd name="T9" fmla="*/ 16 h 111"/>
                <a:gd name="T10" fmla="*/ 16 w 117"/>
                <a:gd name="T11" fmla="*/ 88 h 111"/>
                <a:gd name="T12" fmla="*/ 49 w 117"/>
                <a:gd name="T13" fmla="*/ 11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111">
                  <a:moveTo>
                    <a:pt x="49" y="110"/>
                  </a:moveTo>
                  <a:cubicBezTo>
                    <a:pt x="52" y="111"/>
                    <a:pt x="56" y="111"/>
                    <a:pt x="59" y="111"/>
                  </a:cubicBezTo>
                  <a:cubicBezTo>
                    <a:pt x="69" y="111"/>
                    <a:pt x="79" y="108"/>
                    <a:pt x="88" y="102"/>
                  </a:cubicBezTo>
                  <a:cubicBezTo>
                    <a:pt x="111" y="85"/>
                    <a:pt x="117" y="51"/>
                    <a:pt x="100" y="28"/>
                  </a:cubicBezTo>
                  <a:cubicBezTo>
                    <a:pt x="84" y="5"/>
                    <a:pt x="52" y="0"/>
                    <a:pt x="29" y="16"/>
                  </a:cubicBezTo>
                  <a:cubicBezTo>
                    <a:pt x="6" y="32"/>
                    <a:pt x="0" y="65"/>
                    <a:pt x="16" y="88"/>
                  </a:cubicBezTo>
                  <a:cubicBezTo>
                    <a:pt x="24" y="100"/>
                    <a:pt x="36" y="108"/>
                    <a:pt x="49" y="1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27" name="任意多边形: 形状 426"/>
            <p:cNvSpPr/>
            <p:nvPr/>
          </p:nvSpPr>
          <p:spPr bwMode="auto">
            <a:xfrm>
              <a:off x="979" y="621"/>
              <a:ext cx="38" cy="36"/>
            </a:xfrm>
            <a:custGeom>
              <a:avLst/>
              <a:gdLst>
                <a:gd name="T0" fmla="*/ 52 w 105"/>
                <a:gd name="T1" fmla="*/ 98 h 98"/>
                <a:gd name="T2" fmla="*/ 86 w 105"/>
                <a:gd name="T3" fmla="*/ 84 h 98"/>
                <a:gd name="T4" fmla="*/ 86 w 105"/>
                <a:gd name="T5" fmla="*/ 15 h 98"/>
                <a:gd name="T6" fmla="*/ 52 w 105"/>
                <a:gd name="T7" fmla="*/ 1 h 98"/>
                <a:gd name="T8" fmla="*/ 18 w 105"/>
                <a:gd name="T9" fmla="*/ 15 h 98"/>
                <a:gd name="T10" fmla="*/ 18 w 105"/>
                <a:gd name="T11" fmla="*/ 84 h 98"/>
                <a:gd name="T12" fmla="*/ 52 w 105"/>
                <a:gd name="T13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" h="98">
                  <a:moveTo>
                    <a:pt x="52" y="98"/>
                  </a:moveTo>
                  <a:cubicBezTo>
                    <a:pt x="65" y="98"/>
                    <a:pt x="77" y="93"/>
                    <a:pt x="86" y="84"/>
                  </a:cubicBezTo>
                  <a:cubicBezTo>
                    <a:pt x="105" y="65"/>
                    <a:pt x="105" y="34"/>
                    <a:pt x="86" y="15"/>
                  </a:cubicBezTo>
                  <a:cubicBezTo>
                    <a:pt x="77" y="6"/>
                    <a:pt x="65" y="0"/>
                    <a:pt x="52" y="1"/>
                  </a:cubicBezTo>
                  <a:cubicBezTo>
                    <a:pt x="39" y="1"/>
                    <a:pt x="27" y="6"/>
                    <a:pt x="18" y="15"/>
                  </a:cubicBezTo>
                  <a:cubicBezTo>
                    <a:pt x="0" y="34"/>
                    <a:pt x="0" y="65"/>
                    <a:pt x="18" y="84"/>
                  </a:cubicBezTo>
                  <a:cubicBezTo>
                    <a:pt x="27" y="93"/>
                    <a:pt x="40" y="98"/>
                    <a:pt x="52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28" name="任意多边形: 形状 427"/>
            <p:cNvSpPr/>
            <p:nvPr/>
          </p:nvSpPr>
          <p:spPr bwMode="auto">
            <a:xfrm>
              <a:off x="813" y="734"/>
              <a:ext cx="37" cy="34"/>
            </a:xfrm>
            <a:custGeom>
              <a:avLst/>
              <a:gdLst>
                <a:gd name="T0" fmla="*/ 50 w 101"/>
                <a:gd name="T1" fmla="*/ 92 h 92"/>
                <a:gd name="T2" fmla="*/ 59 w 101"/>
                <a:gd name="T3" fmla="*/ 91 h 92"/>
                <a:gd name="T4" fmla="*/ 87 w 101"/>
                <a:gd name="T5" fmla="*/ 72 h 92"/>
                <a:gd name="T6" fmla="*/ 75 w 101"/>
                <a:gd name="T7" fmla="*/ 9 h 92"/>
                <a:gd name="T8" fmla="*/ 42 w 101"/>
                <a:gd name="T9" fmla="*/ 3 h 92"/>
                <a:gd name="T10" fmla="*/ 13 w 101"/>
                <a:gd name="T11" fmla="*/ 22 h 92"/>
                <a:gd name="T12" fmla="*/ 25 w 101"/>
                <a:gd name="T13" fmla="*/ 84 h 92"/>
                <a:gd name="T14" fmla="*/ 50 w 101"/>
                <a:gd name="T15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92">
                  <a:moveTo>
                    <a:pt x="50" y="92"/>
                  </a:moveTo>
                  <a:cubicBezTo>
                    <a:pt x="53" y="92"/>
                    <a:pt x="56" y="92"/>
                    <a:pt x="59" y="91"/>
                  </a:cubicBezTo>
                  <a:cubicBezTo>
                    <a:pt x="71" y="89"/>
                    <a:pt x="81" y="82"/>
                    <a:pt x="87" y="72"/>
                  </a:cubicBezTo>
                  <a:cubicBezTo>
                    <a:pt x="101" y="51"/>
                    <a:pt x="96" y="23"/>
                    <a:pt x="75" y="9"/>
                  </a:cubicBezTo>
                  <a:cubicBezTo>
                    <a:pt x="66" y="3"/>
                    <a:pt x="54" y="0"/>
                    <a:pt x="42" y="3"/>
                  </a:cubicBezTo>
                  <a:cubicBezTo>
                    <a:pt x="30" y="5"/>
                    <a:pt x="20" y="12"/>
                    <a:pt x="13" y="22"/>
                  </a:cubicBezTo>
                  <a:cubicBezTo>
                    <a:pt x="0" y="42"/>
                    <a:pt x="5" y="70"/>
                    <a:pt x="25" y="84"/>
                  </a:cubicBezTo>
                  <a:cubicBezTo>
                    <a:pt x="33" y="89"/>
                    <a:pt x="41" y="92"/>
                    <a:pt x="50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29" name="任意多边形: 形状 428"/>
            <p:cNvSpPr/>
            <p:nvPr/>
          </p:nvSpPr>
          <p:spPr bwMode="auto">
            <a:xfrm>
              <a:off x="664" y="877"/>
              <a:ext cx="34" cy="31"/>
            </a:xfrm>
            <a:custGeom>
              <a:avLst/>
              <a:gdLst>
                <a:gd name="T0" fmla="*/ 84 w 93"/>
                <a:gd name="T1" fmla="*/ 58 h 84"/>
                <a:gd name="T2" fmla="*/ 62 w 93"/>
                <a:gd name="T3" fmla="*/ 4 h 84"/>
                <a:gd name="T4" fmla="*/ 31 w 93"/>
                <a:gd name="T5" fmla="*/ 4 h 84"/>
                <a:gd name="T6" fmla="*/ 8 w 93"/>
                <a:gd name="T7" fmla="*/ 27 h 84"/>
                <a:gd name="T8" fmla="*/ 30 w 93"/>
                <a:gd name="T9" fmla="*/ 81 h 84"/>
                <a:gd name="T10" fmla="*/ 46 w 93"/>
                <a:gd name="T11" fmla="*/ 84 h 84"/>
                <a:gd name="T12" fmla="*/ 62 w 93"/>
                <a:gd name="T13" fmla="*/ 81 h 84"/>
                <a:gd name="T14" fmla="*/ 84 w 93"/>
                <a:gd name="T15" fmla="*/ 5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" h="84">
                  <a:moveTo>
                    <a:pt x="84" y="58"/>
                  </a:moveTo>
                  <a:cubicBezTo>
                    <a:pt x="93" y="37"/>
                    <a:pt x="83" y="13"/>
                    <a:pt x="62" y="4"/>
                  </a:cubicBezTo>
                  <a:cubicBezTo>
                    <a:pt x="52" y="0"/>
                    <a:pt x="41" y="0"/>
                    <a:pt x="31" y="4"/>
                  </a:cubicBezTo>
                  <a:cubicBezTo>
                    <a:pt x="21" y="8"/>
                    <a:pt x="12" y="16"/>
                    <a:pt x="8" y="27"/>
                  </a:cubicBezTo>
                  <a:cubicBezTo>
                    <a:pt x="0" y="48"/>
                    <a:pt x="10" y="72"/>
                    <a:pt x="30" y="81"/>
                  </a:cubicBezTo>
                  <a:cubicBezTo>
                    <a:pt x="35" y="83"/>
                    <a:pt x="41" y="84"/>
                    <a:pt x="46" y="84"/>
                  </a:cubicBezTo>
                  <a:cubicBezTo>
                    <a:pt x="52" y="84"/>
                    <a:pt x="57" y="83"/>
                    <a:pt x="62" y="81"/>
                  </a:cubicBezTo>
                  <a:cubicBezTo>
                    <a:pt x="72" y="77"/>
                    <a:pt x="80" y="69"/>
                    <a:pt x="84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30" name="任意多边形: 形状 429"/>
            <p:cNvSpPr/>
            <p:nvPr/>
          </p:nvSpPr>
          <p:spPr bwMode="auto">
            <a:xfrm>
              <a:off x="779" y="2614"/>
              <a:ext cx="114" cy="104"/>
            </a:xfrm>
            <a:custGeom>
              <a:avLst/>
              <a:gdLst>
                <a:gd name="T0" fmla="*/ 261 w 310"/>
                <a:gd name="T1" fmla="*/ 234 h 285"/>
                <a:gd name="T2" fmla="*/ 242 w 310"/>
                <a:gd name="T3" fmla="*/ 35 h 285"/>
                <a:gd name="T4" fmla="*/ 137 w 310"/>
                <a:gd name="T5" fmla="*/ 5 h 285"/>
                <a:gd name="T6" fmla="*/ 42 w 310"/>
                <a:gd name="T7" fmla="*/ 62 h 285"/>
                <a:gd name="T8" fmla="*/ 67 w 310"/>
                <a:gd name="T9" fmla="*/ 253 h 285"/>
                <a:gd name="T10" fmla="*/ 154 w 310"/>
                <a:gd name="T11" fmla="*/ 285 h 285"/>
                <a:gd name="T12" fmla="*/ 168 w 310"/>
                <a:gd name="T13" fmla="*/ 284 h 285"/>
                <a:gd name="T14" fmla="*/ 261 w 310"/>
                <a:gd name="T15" fmla="*/ 234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0" h="285">
                  <a:moveTo>
                    <a:pt x="261" y="234"/>
                  </a:moveTo>
                  <a:cubicBezTo>
                    <a:pt x="310" y="174"/>
                    <a:pt x="301" y="85"/>
                    <a:pt x="242" y="35"/>
                  </a:cubicBezTo>
                  <a:cubicBezTo>
                    <a:pt x="213" y="11"/>
                    <a:pt x="175" y="0"/>
                    <a:pt x="137" y="5"/>
                  </a:cubicBezTo>
                  <a:cubicBezTo>
                    <a:pt x="99" y="10"/>
                    <a:pt x="64" y="31"/>
                    <a:pt x="42" y="62"/>
                  </a:cubicBezTo>
                  <a:cubicBezTo>
                    <a:pt x="0" y="122"/>
                    <a:pt x="10" y="206"/>
                    <a:pt x="67" y="253"/>
                  </a:cubicBezTo>
                  <a:cubicBezTo>
                    <a:pt x="92" y="274"/>
                    <a:pt x="122" y="285"/>
                    <a:pt x="154" y="285"/>
                  </a:cubicBezTo>
                  <a:cubicBezTo>
                    <a:pt x="159" y="285"/>
                    <a:pt x="163" y="285"/>
                    <a:pt x="168" y="284"/>
                  </a:cubicBezTo>
                  <a:cubicBezTo>
                    <a:pt x="204" y="281"/>
                    <a:pt x="238" y="263"/>
                    <a:pt x="261" y="2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31" name="任意多边形: 形状 430"/>
            <p:cNvSpPr/>
            <p:nvPr/>
          </p:nvSpPr>
          <p:spPr bwMode="auto">
            <a:xfrm>
              <a:off x="923" y="2731"/>
              <a:ext cx="112" cy="102"/>
            </a:xfrm>
            <a:custGeom>
              <a:avLst/>
              <a:gdLst>
                <a:gd name="T0" fmla="*/ 221 w 307"/>
                <a:gd name="T1" fmla="*/ 23 h 279"/>
                <a:gd name="T2" fmla="*/ 115 w 307"/>
                <a:gd name="T3" fmla="*/ 10 h 279"/>
                <a:gd name="T4" fmla="*/ 32 w 307"/>
                <a:gd name="T5" fmla="*/ 80 h 279"/>
                <a:gd name="T6" fmla="*/ 85 w 307"/>
                <a:gd name="T7" fmla="*/ 260 h 279"/>
                <a:gd name="T8" fmla="*/ 153 w 307"/>
                <a:gd name="T9" fmla="*/ 279 h 279"/>
                <a:gd name="T10" fmla="*/ 186 w 307"/>
                <a:gd name="T11" fmla="*/ 275 h 279"/>
                <a:gd name="T12" fmla="*/ 269 w 307"/>
                <a:gd name="T13" fmla="*/ 211 h 279"/>
                <a:gd name="T14" fmla="*/ 221 w 307"/>
                <a:gd name="T15" fmla="*/ 2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7" h="279">
                  <a:moveTo>
                    <a:pt x="221" y="23"/>
                  </a:moveTo>
                  <a:cubicBezTo>
                    <a:pt x="190" y="4"/>
                    <a:pt x="151" y="0"/>
                    <a:pt x="115" y="10"/>
                  </a:cubicBezTo>
                  <a:cubicBezTo>
                    <a:pt x="79" y="21"/>
                    <a:pt x="49" y="46"/>
                    <a:pt x="32" y="80"/>
                  </a:cubicBezTo>
                  <a:cubicBezTo>
                    <a:pt x="0" y="144"/>
                    <a:pt x="23" y="224"/>
                    <a:pt x="85" y="260"/>
                  </a:cubicBezTo>
                  <a:cubicBezTo>
                    <a:pt x="106" y="273"/>
                    <a:pt x="129" y="279"/>
                    <a:pt x="153" y="279"/>
                  </a:cubicBezTo>
                  <a:cubicBezTo>
                    <a:pt x="164" y="279"/>
                    <a:pt x="175" y="278"/>
                    <a:pt x="186" y="275"/>
                  </a:cubicBezTo>
                  <a:cubicBezTo>
                    <a:pt x="222" y="266"/>
                    <a:pt x="251" y="243"/>
                    <a:pt x="269" y="211"/>
                  </a:cubicBezTo>
                  <a:cubicBezTo>
                    <a:pt x="307" y="146"/>
                    <a:pt x="285" y="61"/>
                    <a:pt x="221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32" name="任意多边形: 形状 431"/>
            <p:cNvSpPr/>
            <p:nvPr/>
          </p:nvSpPr>
          <p:spPr bwMode="auto">
            <a:xfrm>
              <a:off x="1080" y="2823"/>
              <a:ext cx="108" cy="100"/>
            </a:xfrm>
            <a:custGeom>
              <a:avLst/>
              <a:gdLst>
                <a:gd name="T0" fmla="*/ 195 w 296"/>
                <a:gd name="T1" fmla="*/ 13 h 272"/>
                <a:gd name="T2" fmla="*/ 92 w 296"/>
                <a:gd name="T3" fmla="*/ 17 h 272"/>
                <a:gd name="T4" fmla="*/ 21 w 296"/>
                <a:gd name="T5" fmla="*/ 97 h 272"/>
                <a:gd name="T6" fmla="*/ 99 w 296"/>
                <a:gd name="T7" fmla="*/ 263 h 272"/>
                <a:gd name="T8" fmla="*/ 147 w 296"/>
                <a:gd name="T9" fmla="*/ 272 h 272"/>
                <a:gd name="T10" fmla="*/ 199 w 296"/>
                <a:gd name="T11" fmla="*/ 261 h 272"/>
                <a:gd name="T12" fmla="*/ 270 w 296"/>
                <a:gd name="T13" fmla="*/ 187 h 272"/>
                <a:gd name="T14" fmla="*/ 195 w 296"/>
                <a:gd name="T15" fmla="*/ 13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6" h="272">
                  <a:moveTo>
                    <a:pt x="195" y="13"/>
                  </a:moveTo>
                  <a:cubicBezTo>
                    <a:pt x="161" y="0"/>
                    <a:pt x="125" y="1"/>
                    <a:pt x="92" y="17"/>
                  </a:cubicBezTo>
                  <a:cubicBezTo>
                    <a:pt x="58" y="33"/>
                    <a:pt x="33" y="62"/>
                    <a:pt x="21" y="97"/>
                  </a:cubicBezTo>
                  <a:cubicBezTo>
                    <a:pt x="0" y="164"/>
                    <a:pt x="34" y="237"/>
                    <a:pt x="99" y="263"/>
                  </a:cubicBezTo>
                  <a:cubicBezTo>
                    <a:pt x="115" y="269"/>
                    <a:pt x="131" y="272"/>
                    <a:pt x="147" y="272"/>
                  </a:cubicBezTo>
                  <a:cubicBezTo>
                    <a:pt x="165" y="272"/>
                    <a:pt x="182" y="268"/>
                    <a:pt x="199" y="261"/>
                  </a:cubicBezTo>
                  <a:cubicBezTo>
                    <a:pt x="232" y="247"/>
                    <a:pt x="257" y="220"/>
                    <a:pt x="270" y="187"/>
                  </a:cubicBezTo>
                  <a:cubicBezTo>
                    <a:pt x="296" y="118"/>
                    <a:pt x="263" y="40"/>
                    <a:pt x="195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33" name="任意多边形: 形状 432"/>
            <p:cNvSpPr/>
            <p:nvPr/>
          </p:nvSpPr>
          <p:spPr bwMode="auto">
            <a:xfrm>
              <a:off x="1248" y="2888"/>
              <a:ext cx="101" cy="98"/>
            </a:xfrm>
            <a:custGeom>
              <a:avLst/>
              <a:gdLst>
                <a:gd name="T0" fmla="*/ 165 w 278"/>
                <a:gd name="T1" fmla="*/ 7 h 266"/>
                <a:gd name="T2" fmla="*/ 66 w 278"/>
                <a:gd name="T3" fmla="*/ 26 h 266"/>
                <a:gd name="T4" fmla="*/ 10 w 278"/>
                <a:gd name="T5" fmla="*/ 114 h 266"/>
                <a:gd name="T6" fmla="*/ 110 w 278"/>
                <a:gd name="T7" fmla="*/ 263 h 266"/>
                <a:gd name="T8" fmla="*/ 138 w 278"/>
                <a:gd name="T9" fmla="*/ 266 h 266"/>
                <a:gd name="T10" fmla="*/ 206 w 278"/>
                <a:gd name="T11" fmla="*/ 246 h 266"/>
                <a:gd name="T12" fmla="*/ 263 w 278"/>
                <a:gd name="T13" fmla="*/ 163 h 266"/>
                <a:gd name="T14" fmla="*/ 165 w 278"/>
                <a:gd name="T15" fmla="*/ 7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266">
                  <a:moveTo>
                    <a:pt x="165" y="7"/>
                  </a:moveTo>
                  <a:cubicBezTo>
                    <a:pt x="131" y="0"/>
                    <a:pt x="96" y="6"/>
                    <a:pt x="66" y="26"/>
                  </a:cubicBezTo>
                  <a:cubicBezTo>
                    <a:pt x="36" y="47"/>
                    <a:pt x="16" y="79"/>
                    <a:pt x="10" y="114"/>
                  </a:cubicBezTo>
                  <a:cubicBezTo>
                    <a:pt x="0" y="182"/>
                    <a:pt x="43" y="247"/>
                    <a:pt x="110" y="263"/>
                  </a:cubicBezTo>
                  <a:cubicBezTo>
                    <a:pt x="119" y="265"/>
                    <a:pt x="128" y="266"/>
                    <a:pt x="138" y="266"/>
                  </a:cubicBezTo>
                  <a:cubicBezTo>
                    <a:pt x="161" y="266"/>
                    <a:pt x="185" y="259"/>
                    <a:pt x="206" y="246"/>
                  </a:cubicBezTo>
                  <a:cubicBezTo>
                    <a:pt x="235" y="227"/>
                    <a:pt x="255" y="198"/>
                    <a:pt x="263" y="163"/>
                  </a:cubicBezTo>
                  <a:cubicBezTo>
                    <a:pt x="278" y="93"/>
                    <a:pt x="234" y="23"/>
                    <a:pt x="16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34" name="任意多边形: 形状 433"/>
            <p:cNvSpPr/>
            <p:nvPr/>
          </p:nvSpPr>
          <p:spPr bwMode="auto">
            <a:xfrm>
              <a:off x="1421" y="2928"/>
              <a:ext cx="94" cy="94"/>
            </a:xfrm>
            <a:custGeom>
              <a:avLst/>
              <a:gdLst>
                <a:gd name="T0" fmla="*/ 134 w 255"/>
                <a:gd name="T1" fmla="*/ 2 h 256"/>
                <a:gd name="T2" fmla="*/ 42 w 255"/>
                <a:gd name="T3" fmla="*/ 35 h 256"/>
                <a:gd name="T4" fmla="*/ 0 w 255"/>
                <a:gd name="T5" fmla="*/ 128 h 256"/>
                <a:gd name="T6" fmla="*/ 117 w 255"/>
                <a:gd name="T7" fmla="*/ 256 h 256"/>
                <a:gd name="T8" fmla="*/ 126 w 255"/>
                <a:gd name="T9" fmla="*/ 256 h 256"/>
                <a:gd name="T10" fmla="*/ 207 w 255"/>
                <a:gd name="T11" fmla="*/ 226 h 256"/>
                <a:gd name="T12" fmla="*/ 251 w 255"/>
                <a:gd name="T13" fmla="*/ 138 h 256"/>
                <a:gd name="T14" fmla="*/ 134 w 255"/>
                <a:gd name="T15" fmla="*/ 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5" h="256">
                  <a:moveTo>
                    <a:pt x="134" y="2"/>
                  </a:moveTo>
                  <a:cubicBezTo>
                    <a:pt x="100" y="0"/>
                    <a:pt x="67" y="11"/>
                    <a:pt x="42" y="35"/>
                  </a:cubicBezTo>
                  <a:cubicBezTo>
                    <a:pt x="16" y="59"/>
                    <a:pt x="1" y="93"/>
                    <a:pt x="0" y="128"/>
                  </a:cubicBezTo>
                  <a:cubicBezTo>
                    <a:pt x="0" y="195"/>
                    <a:pt x="51" y="252"/>
                    <a:pt x="117" y="256"/>
                  </a:cubicBezTo>
                  <a:cubicBezTo>
                    <a:pt x="120" y="256"/>
                    <a:pt x="123" y="256"/>
                    <a:pt x="126" y="256"/>
                  </a:cubicBezTo>
                  <a:cubicBezTo>
                    <a:pt x="156" y="256"/>
                    <a:pt x="184" y="246"/>
                    <a:pt x="207" y="226"/>
                  </a:cubicBezTo>
                  <a:cubicBezTo>
                    <a:pt x="233" y="203"/>
                    <a:pt x="248" y="172"/>
                    <a:pt x="251" y="138"/>
                  </a:cubicBezTo>
                  <a:cubicBezTo>
                    <a:pt x="255" y="67"/>
                    <a:pt x="203" y="6"/>
                    <a:pt x="13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35" name="任意多边形: 形状 434"/>
            <p:cNvSpPr/>
            <p:nvPr/>
          </p:nvSpPr>
          <p:spPr bwMode="auto">
            <a:xfrm>
              <a:off x="1594" y="2941"/>
              <a:ext cx="92" cy="91"/>
            </a:xfrm>
            <a:custGeom>
              <a:avLst/>
              <a:gdLst>
                <a:gd name="T0" fmla="*/ 115 w 253"/>
                <a:gd name="T1" fmla="*/ 3 h 251"/>
                <a:gd name="T2" fmla="*/ 31 w 253"/>
                <a:gd name="T3" fmla="*/ 49 h 251"/>
                <a:gd name="T4" fmla="*/ 5 w 253"/>
                <a:gd name="T5" fmla="*/ 144 h 251"/>
                <a:gd name="T6" fmla="*/ 126 w 253"/>
                <a:gd name="T7" fmla="*/ 251 h 251"/>
                <a:gd name="T8" fmla="*/ 136 w 253"/>
                <a:gd name="T9" fmla="*/ 250 h 251"/>
                <a:gd name="T10" fmla="*/ 247 w 253"/>
                <a:gd name="T11" fmla="*/ 116 h 251"/>
                <a:gd name="T12" fmla="*/ 203 w 253"/>
                <a:gd name="T13" fmla="*/ 31 h 251"/>
                <a:gd name="T14" fmla="*/ 115 w 253"/>
                <a:gd name="T15" fmla="*/ 3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3" h="251">
                  <a:moveTo>
                    <a:pt x="115" y="3"/>
                  </a:moveTo>
                  <a:cubicBezTo>
                    <a:pt x="82" y="6"/>
                    <a:pt x="52" y="22"/>
                    <a:pt x="31" y="49"/>
                  </a:cubicBezTo>
                  <a:cubicBezTo>
                    <a:pt x="10" y="76"/>
                    <a:pt x="0" y="111"/>
                    <a:pt x="5" y="144"/>
                  </a:cubicBezTo>
                  <a:cubicBezTo>
                    <a:pt x="13" y="205"/>
                    <a:pt x="66" y="251"/>
                    <a:pt x="126" y="251"/>
                  </a:cubicBezTo>
                  <a:cubicBezTo>
                    <a:pt x="129" y="251"/>
                    <a:pt x="133" y="251"/>
                    <a:pt x="136" y="250"/>
                  </a:cubicBezTo>
                  <a:cubicBezTo>
                    <a:pt x="203" y="245"/>
                    <a:pt x="253" y="184"/>
                    <a:pt x="247" y="116"/>
                  </a:cubicBezTo>
                  <a:cubicBezTo>
                    <a:pt x="244" y="83"/>
                    <a:pt x="229" y="53"/>
                    <a:pt x="203" y="31"/>
                  </a:cubicBezTo>
                  <a:cubicBezTo>
                    <a:pt x="178" y="10"/>
                    <a:pt x="147" y="0"/>
                    <a:pt x="11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36" name="任意多边形: 形状 435"/>
            <p:cNvSpPr/>
            <p:nvPr/>
          </p:nvSpPr>
          <p:spPr bwMode="auto">
            <a:xfrm>
              <a:off x="1767" y="2927"/>
              <a:ext cx="93" cy="90"/>
            </a:xfrm>
            <a:custGeom>
              <a:avLst/>
              <a:gdLst>
                <a:gd name="T0" fmla="*/ 124 w 254"/>
                <a:gd name="T1" fmla="*/ 246 h 246"/>
                <a:gd name="T2" fmla="*/ 151 w 254"/>
                <a:gd name="T3" fmla="*/ 242 h 246"/>
                <a:gd name="T4" fmla="*/ 239 w 254"/>
                <a:gd name="T5" fmla="*/ 97 h 246"/>
                <a:gd name="T6" fmla="*/ 185 w 254"/>
                <a:gd name="T7" fmla="*/ 22 h 246"/>
                <a:gd name="T8" fmla="*/ 96 w 254"/>
                <a:gd name="T9" fmla="*/ 7 h 246"/>
                <a:gd name="T10" fmla="*/ 21 w 254"/>
                <a:gd name="T11" fmla="*/ 64 h 246"/>
                <a:gd name="T12" fmla="*/ 10 w 254"/>
                <a:gd name="T13" fmla="*/ 160 h 246"/>
                <a:gd name="T14" fmla="*/ 124 w 254"/>
                <a:gd name="T15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" h="246">
                  <a:moveTo>
                    <a:pt x="124" y="246"/>
                  </a:moveTo>
                  <a:cubicBezTo>
                    <a:pt x="133" y="246"/>
                    <a:pt x="142" y="245"/>
                    <a:pt x="151" y="242"/>
                  </a:cubicBezTo>
                  <a:cubicBezTo>
                    <a:pt x="214" y="227"/>
                    <a:pt x="254" y="162"/>
                    <a:pt x="239" y="97"/>
                  </a:cubicBezTo>
                  <a:cubicBezTo>
                    <a:pt x="232" y="66"/>
                    <a:pt x="212" y="39"/>
                    <a:pt x="185" y="22"/>
                  </a:cubicBezTo>
                  <a:cubicBezTo>
                    <a:pt x="157" y="5"/>
                    <a:pt x="126" y="0"/>
                    <a:pt x="96" y="7"/>
                  </a:cubicBezTo>
                  <a:cubicBezTo>
                    <a:pt x="64" y="15"/>
                    <a:pt x="38" y="35"/>
                    <a:pt x="21" y="64"/>
                  </a:cubicBezTo>
                  <a:cubicBezTo>
                    <a:pt x="4" y="93"/>
                    <a:pt x="0" y="128"/>
                    <a:pt x="10" y="160"/>
                  </a:cubicBezTo>
                  <a:cubicBezTo>
                    <a:pt x="25" y="211"/>
                    <a:pt x="73" y="246"/>
                    <a:pt x="124" y="2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37" name="任意多边形: 形状 436"/>
            <p:cNvSpPr/>
            <p:nvPr/>
          </p:nvSpPr>
          <p:spPr bwMode="auto">
            <a:xfrm>
              <a:off x="1937" y="2888"/>
              <a:ext cx="92" cy="87"/>
            </a:xfrm>
            <a:custGeom>
              <a:avLst/>
              <a:gdLst>
                <a:gd name="T0" fmla="*/ 162 w 250"/>
                <a:gd name="T1" fmla="*/ 229 h 237"/>
                <a:gd name="T2" fmla="*/ 226 w 250"/>
                <a:gd name="T3" fmla="*/ 76 h 237"/>
                <a:gd name="T4" fmla="*/ 163 w 250"/>
                <a:gd name="T5" fmla="*/ 12 h 237"/>
                <a:gd name="T6" fmla="*/ 75 w 250"/>
                <a:gd name="T7" fmla="*/ 11 h 237"/>
                <a:gd name="T8" fmla="*/ 12 w 250"/>
                <a:gd name="T9" fmla="*/ 77 h 237"/>
                <a:gd name="T10" fmla="*/ 14 w 250"/>
                <a:gd name="T11" fmla="*/ 171 h 237"/>
                <a:gd name="T12" fmla="*/ 120 w 250"/>
                <a:gd name="T13" fmla="*/ 237 h 237"/>
                <a:gd name="T14" fmla="*/ 162 w 250"/>
                <a:gd name="T15" fmla="*/ 22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237">
                  <a:moveTo>
                    <a:pt x="162" y="229"/>
                  </a:moveTo>
                  <a:cubicBezTo>
                    <a:pt x="221" y="205"/>
                    <a:pt x="250" y="136"/>
                    <a:pt x="226" y="76"/>
                  </a:cubicBezTo>
                  <a:cubicBezTo>
                    <a:pt x="214" y="47"/>
                    <a:pt x="192" y="24"/>
                    <a:pt x="163" y="12"/>
                  </a:cubicBezTo>
                  <a:cubicBezTo>
                    <a:pt x="135" y="0"/>
                    <a:pt x="103" y="0"/>
                    <a:pt x="75" y="11"/>
                  </a:cubicBezTo>
                  <a:cubicBezTo>
                    <a:pt x="46" y="23"/>
                    <a:pt x="24" y="47"/>
                    <a:pt x="12" y="77"/>
                  </a:cubicBezTo>
                  <a:cubicBezTo>
                    <a:pt x="0" y="108"/>
                    <a:pt x="1" y="142"/>
                    <a:pt x="14" y="171"/>
                  </a:cubicBezTo>
                  <a:cubicBezTo>
                    <a:pt x="34" y="212"/>
                    <a:pt x="76" y="237"/>
                    <a:pt x="120" y="237"/>
                  </a:cubicBezTo>
                  <a:cubicBezTo>
                    <a:pt x="134" y="237"/>
                    <a:pt x="149" y="235"/>
                    <a:pt x="162" y="2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38" name="任意多边形: 形状 437"/>
            <p:cNvSpPr/>
            <p:nvPr/>
          </p:nvSpPr>
          <p:spPr bwMode="auto">
            <a:xfrm>
              <a:off x="2101" y="2822"/>
              <a:ext cx="89" cy="85"/>
            </a:xfrm>
            <a:custGeom>
              <a:avLst/>
              <a:gdLst>
                <a:gd name="T0" fmla="*/ 212 w 244"/>
                <a:gd name="T1" fmla="*/ 60 h 232"/>
                <a:gd name="T2" fmla="*/ 143 w 244"/>
                <a:gd name="T3" fmla="*/ 7 h 232"/>
                <a:gd name="T4" fmla="*/ 58 w 244"/>
                <a:gd name="T5" fmla="*/ 20 h 232"/>
                <a:gd name="T6" fmla="*/ 7 w 244"/>
                <a:gd name="T7" fmla="*/ 93 h 232"/>
                <a:gd name="T8" fmla="*/ 23 w 244"/>
                <a:gd name="T9" fmla="*/ 182 h 232"/>
                <a:gd name="T10" fmla="*/ 116 w 244"/>
                <a:gd name="T11" fmla="*/ 232 h 232"/>
                <a:gd name="T12" fmla="*/ 173 w 244"/>
                <a:gd name="T13" fmla="*/ 216 h 232"/>
                <a:gd name="T14" fmla="*/ 212 w 244"/>
                <a:gd name="T15" fmla="*/ 6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4" h="232">
                  <a:moveTo>
                    <a:pt x="212" y="60"/>
                  </a:moveTo>
                  <a:cubicBezTo>
                    <a:pt x="197" y="33"/>
                    <a:pt x="172" y="15"/>
                    <a:pt x="143" y="7"/>
                  </a:cubicBezTo>
                  <a:cubicBezTo>
                    <a:pt x="113" y="0"/>
                    <a:pt x="83" y="4"/>
                    <a:pt x="58" y="20"/>
                  </a:cubicBezTo>
                  <a:cubicBezTo>
                    <a:pt x="32" y="36"/>
                    <a:pt x="14" y="62"/>
                    <a:pt x="7" y="93"/>
                  </a:cubicBezTo>
                  <a:cubicBezTo>
                    <a:pt x="0" y="124"/>
                    <a:pt x="6" y="156"/>
                    <a:pt x="23" y="182"/>
                  </a:cubicBezTo>
                  <a:cubicBezTo>
                    <a:pt x="44" y="214"/>
                    <a:pt x="80" y="232"/>
                    <a:pt x="116" y="232"/>
                  </a:cubicBezTo>
                  <a:cubicBezTo>
                    <a:pt x="136" y="232"/>
                    <a:pt x="156" y="227"/>
                    <a:pt x="173" y="216"/>
                  </a:cubicBezTo>
                  <a:cubicBezTo>
                    <a:pt x="226" y="184"/>
                    <a:pt x="244" y="113"/>
                    <a:pt x="212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39" name="任意多边形: 形状 438"/>
            <p:cNvSpPr/>
            <p:nvPr/>
          </p:nvSpPr>
          <p:spPr bwMode="auto">
            <a:xfrm>
              <a:off x="2255" y="2732"/>
              <a:ext cx="85" cy="82"/>
            </a:xfrm>
            <a:custGeom>
              <a:avLst/>
              <a:gdLst>
                <a:gd name="T0" fmla="*/ 194 w 233"/>
                <a:gd name="T1" fmla="*/ 42 h 224"/>
                <a:gd name="T2" fmla="*/ 120 w 233"/>
                <a:gd name="T3" fmla="*/ 3 h 224"/>
                <a:gd name="T4" fmla="*/ 41 w 233"/>
                <a:gd name="T5" fmla="*/ 28 h 224"/>
                <a:gd name="T6" fmla="*/ 2 w 233"/>
                <a:gd name="T7" fmla="*/ 106 h 224"/>
                <a:gd name="T8" fmla="*/ 31 w 233"/>
                <a:gd name="T9" fmla="*/ 189 h 224"/>
                <a:gd name="T10" fmla="*/ 110 w 233"/>
                <a:gd name="T11" fmla="*/ 224 h 224"/>
                <a:gd name="T12" fmla="*/ 181 w 233"/>
                <a:gd name="T13" fmla="*/ 198 h 224"/>
                <a:gd name="T14" fmla="*/ 194 w 233"/>
                <a:gd name="T15" fmla="*/ 4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3" h="224">
                  <a:moveTo>
                    <a:pt x="194" y="42"/>
                  </a:moveTo>
                  <a:cubicBezTo>
                    <a:pt x="176" y="20"/>
                    <a:pt x="149" y="6"/>
                    <a:pt x="120" y="3"/>
                  </a:cubicBezTo>
                  <a:cubicBezTo>
                    <a:pt x="90" y="0"/>
                    <a:pt x="63" y="9"/>
                    <a:pt x="41" y="28"/>
                  </a:cubicBezTo>
                  <a:cubicBezTo>
                    <a:pt x="18" y="47"/>
                    <a:pt x="4" y="76"/>
                    <a:pt x="2" y="106"/>
                  </a:cubicBezTo>
                  <a:cubicBezTo>
                    <a:pt x="0" y="137"/>
                    <a:pt x="11" y="167"/>
                    <a:pt x="31" y="189"/>
                  </a:cubicBezTo>
                  <a:cubicBezTo>
                    <a:pt x="52" y="212"/>
                    <a:pt x="81" y="224"/>
                    <a:pt x="110" y="224"/>
                  </a:cubicBezTo>
                  <a:cubicBezTo>
                    <a:pt x="135" y="224"/>
                    <a:pt x="160" y="215"/>
                    <a:pt x="181" y="198"/>
                  </a:cubicBezTo>
                  <a:cubicBezTo>
                    <a:pt x="226" y="159"/>
                    <a:pt x="233" y="89"/>
                    <a:pt x="19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40" name="任意多边形: 形状 439"/>
            <p:cNvSpPr/>
            <p:nvPr/>
          </p:nvSpPr>
          <p:spPr bwMode="auto">
            <a:xfrm>
              <a:off x="2396" y="2616"/>
              <a:ext cx="83" cy="79"/>
            </a:xfrm>
            <a:custGeom>
              <a:avLst/>
              <a:gdLst>
                <a:gd name="T0" fmla="*/ 101 w 226"/>
                <a:gd name="T1" fmla="*/ 2 h 216"/>
                <a:gd name="T2" fmla="*/ 28 w 226"/>
                <a:gd name="T3" fmla="*/ 39 h 216"/>
                <a:gd name="T4" fmla="*/ 3 w 226"/>
                <a:gd name="T5" fmla="*/ 120 h 216"/>
                <a:gd name="T6" fmla="*/ 43 w 226"/>
                <a:gd name="T7" fmla="*/ 194 h 216"/>
                <a:gd name="T8" fmla="*/ 107 w 226"/>
                <a:gd name="T9" fmla="*/ 216 h 216"/>
                <a:gd name="T10" fmla="*/ 188 w 226"/>
                <a:gd name="T11" fmla="*/ 180 h 216"/>
                <a:gd name="T12" fmla="*/ 177 w 226"/>
                <a:gd name="T13" fmla="*/ 28 h 216"/>
                <a:gd name="T14" fmla="*/ 101 w 226"/>
                <a:gd name="T15" fmla="*/ 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6" h="216">
                  <a:moveTo>
                    <a:pt x="101" y="2"/>
                  </a:moveTo>
                  <a:cubicBezTo>
                    <a:pt x="72" y="4"/>
                    <a:pt x="46" y="17"/>
                    <a:pt x="28" y="39"/>
                  </a:cubicBezTo>
                  <a:cubicBezTo>
                    <a:pt x="9" y="61"/>
                    <a:pt x="0" y="90"/>
                    <a:pt x="3" y="120"/>
                  </a:cubicBezTo>
                  <a:cubicBezTo>
                    <a:pt x="6" y="149"/>
                    <a:pt x="20" y="176"/>
                    <a:pt x="43" y="194"/>
                  </a:cubicBezTo>
                  <a:cubicBezTo>
                    <a:pt x="62" y="209"/>
                    <a:pt x="84" y="216"/>
                    <a:pt x="107" y="216"/>
                  </a:cubicBezTo>
                  <a:cubicBezTo>
                    <a:pt x="137" y="216"/>
                    <a:pt x="167" y="204"/>
                    <a:pt x="188" y="180"/>
                  </a:cubicBezTo>
                  <a:cubicBezTo>
                    <a:pt x="226" y="135"/>
                    <a:pt x="221" y="67"/>
                    <a:pt x="177" y="28"/>
                  </a:cubicBezTo>
                  <a:cubicBezTo>
                    <a:pt x="156" y="9"/>
                    <a:pt x="129" y="0"/>
                    <a:pt x="10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41" name="任意多边形: 形状 440"/>
            <p:cNvSpPr/>
            <p:nvPr/>
          </p:nvSpPr>
          <p:spPr bwMode="auto">
            <a:xfrm>
              <a:off x="2519" y="2476"/>
              <a:ext cx="82" cy="77"/>
            </a:xfrm>
            <a:custGeom>
              <a:avLst/>
              <a:gdLst>
                <a:gd name="T0" fmla="*/ 160 w 223"/>
                <a:gd name="T1" fmla="*/ 19 h 211"/>
                <a:gd name="T2" fmla="*/ 83 w 223"/>
                <a:gd name="T3" fmla="*/ 6 h 211"/>
                <a:gd name="T4" fmla="*/ 19 w 223"/>
                <a:gd name="T5" fmla="*/ 52 h 211"/>
                <a:gd name="T6" fmla="*/ 7 w 223"/>
                <a:gd name="T7" fmla="*/ 134 h 211"/>
                <a:gd name="T8" fmla="*/ 57 w 223"/>
                <a:gd name="T9" fmla="*/ 199 h 211"/>
                <a:gd name="T10" fmla="*/ 105 w 223"/>
                <a:gd name="T11" fmla="*/ 211 h 211"/>
                <a:gd name="T12" fmla="*/ 193 w 223"/>
                <a:gd name="T13" fmla="*/ 162 h 211"/>
                <a:gd name="T14" fmla="*/ 160 w 223"/>
                <a:gd name="T15" fmla="*/ 19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3" h="211">
                  <a:moveTo>
                    <a:pt x="160" y="19"/>
                  </a:moveTo>
                  <a:cubicBezTo>
                    <a:pt x="137" y="4"/>
                    <a:pt x="110" y="0"/>
                    <a:pt x="83" y="6"/>
                  </a:cubicBezTo>
                  <a:cubicBezTo>
                    <a:pt x="56" y="12"/>
                    <a:pt x="33" y="28"/>
                    <a:pt x="19" y="52"/>
                  </a:cubicBezTo>
                  <a:cubicBezTo>
                    <a:pt x="4" y="76"/>
                    <a:pt x="0" y="106"/>
                    <a:pt x="7" y="134"/>
                  </a:cubicBezTo>
                  <a:cubicBezTo>
                    <a:pt x="15" y="162"/>
                    <a:pt x="33" y="185"/>
                    <a:pt x="57" y="199"/>
                  </a:cubicBezTo>
                  <a:cubicBezTo>
                    <a:pt x="72" y="207"/>
                    <a:pt x="88" y="211"/>
                    <a:pt x="105" y="211"/>
                  </a:cubicBezTo>
                  <a:cubicBezTo>
                    <a:pt x="140" y="211"/>
                    <a:pt x="174" y="193"/>
                    <a:pt x="193" y="162"/>
                  </a:cubicBezTo>
                  <a:cubicBezTo>
                    <a:pt x="223" y="113"/>
                    <a:pt x="208" y="49"/>
                    <a:pt x="16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42" name="任意多边形: 形状 441"/>
            <p:cNvSpPr/>
            <p:nvPr/>
          </p:nvSpPr>
          <p:spPr bwMode="auto">
            <a:xfrm>
              <a:off x="2618" y="2323"/>
              <a:ext cx="78" cy="74"/>
            </a:xfrm>
            <a:custGeom>
              <a:avLst/>
              <a:gdLst>
                <a:gd name="T0" fmla="*/ 10 w 214"/>
                <a:gd name="T1" fmla="*/ 64 h 204"/>
                <a:gd name="T2" fmla="*/ 12 w 214"/>
                <a:gd name="T3" fmla="*/ 145 h 204"/>
                <a:gd name="T4" fmla="*/ 68 w 214"/>
                <a:gd name="T5" fmla="*/ 199 h 204"/>
                <a:gd name="T6" fmla="*/ 101 w 214"/>
                <a:gd name="T7" fmla="*/ 204 h 204"/>
                <a:gd name="T8" fmla="*/ 193 w 214"/>
                <a:gd name="T9" fmla="*/ 142 h 204"/>
                <a:gd name="T10" fmla="*/ 140 w 214"/>
                <a:gd name="T11" fmla="*/ 10 h 204"/>
                <a:gd name="T12" fmla="*/ 65 w 214"/>
                <a:gd name="T13" fmla="*/ 10 h 204"/>
                <a:gd name="T14" fmla="*/ 10 w 214"/>
                <a:gd name="T15" fmla="*/ 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4" h="204">
                  <a:moveTo>
                    <a:pt x="10" y="64"/>
                  </a:moveTo>
                  <a:cubicBezTo>
                    <a:pt x="0" y="90"/>
                    <a:pt x="0" y="119"/>
                    <a:pt x="12" y="145"/>
                  </a:cubicBezTo>
                  <a:cubicBezTo>
                    <a:pt x="23" y="170"/>
                    <a:pt x="43" y="189"/>
                    <a:pt x="68" y="199"/>
                  </a:cubicBezTo>
                  <a:cubicBezTo>
                    <a:pt x="79" y="202"/>
                    <a:pt x="90" y="204"/>
                    <a:pt x="101" y="204"/>
                  </a:cubicBezTo>
                  <a:cubicBezTo>
                    <a:pt x="140" y="204"/>
                    <a:pt x="178" y="180"/>
                    <a:pt x="193" y="142"/>
                  </a:cubicBezTo>
                  <a:cubicBezTo>
                    <a:pt x="214" y="91"/>
                    <a:pt x="191" y="32"/>
                    <a:pt x="140" y="10"/>
                  </a:cubicBezTo>
                  <a:cubicBezTo>
                    <a:pt x="116" y="0"/>
                    <a:pt x="89" y="0"/>
                    <a:pt x="65" y="10"/>
                  </a:cubicBezTo>
                  <a:cubicBezTo>
                    <a:pt x="40" y="20"/>
                    <a:pt x="20" y="39"/>
                    <a:pt x="10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43" name="任意多边形: 形状 442"/>
            <p:cNvSpPr/>
            <p:nvPr/>
          </p:nvSpPr>
          <p:spPr bwMode="auto">
            <a:xfrm>
              <a:off x="2690" y="2159"/>
              <a:ext cx="75" cy="72"/>
            </a:xfrm>
            <a:custGeom>
              <a:avLst/>
              <a:gdLst>
                <a:gd name="T0" fmla="*/ 193 w 205"/>
                <a:gd name="T1" fmla="*/ 124 h 199"/>
                <a:gd name="T2" fmla="*/ 123 w 205"/>
                <a:gd name="T3" fmla="*/ 6 h 199"/>
                <a:gd name="T4" fmla="*/ 51 w 205"/>
                <a:gd name="T5" fmla="*/ 17 h 199"/>
                <a:gd name="T6" fmla="*/ 6 w 205"/>
                <a:gd name="T7" fmla="*/ 78 h 199"/>
                <a:gd name="T8" fmla="*/ 20 w 205"/>
                <a:gd name="T9" fmla="*/ 154 h 199"/>
                <a:gd name="T10" fmla="*/ 82 w 205"/>
                <a:gd name="T11" fmla="*/ 197 h 199"/>
                <a:gd name="T12" fmla="*/ 100 w 205"/>
                <a:gd name="T13" fmla="*/ 199 h 199"/>
                <a:gd name="T14" fmla="*/ 193 w 205"/>
                <a:gd name="T15" fmla="*/ 124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5" h="199">
                  <a:moveTo>
                    <a:pt x="193" y="124"/>
                  </a:moveTo>
                  <a:cubicBezTo>
                    <a:pt x="205" y="72"/>
                    <a:pt x="174" y="19"/>
                    <a:pt x="123" y="6"/>
                  </a:cubicBezTo>
                  <a:cubicBezTo>
                    <a:pt x="98" y="0"/>
                    <a:pt x="73" y="4"/>
                    <a:pt x="51" y="17"/>
                  </a:cubicBezTo>
                  <a:cubicBezTo>
                    <a:pt x="28" y="31"/>
                    <a:pt x="12" y="53"/>
                    <a:pt x="6" y="78"/>
                  </a:cubicBezTo>
                  <a:cubicBezTo>
                    <a:pt x="0" y="104"/>
                    <a:pt x="5" y="131"/>
                    <a:pt x="20" y="154"/>
                  </a:cubicBezTo>
                  <a:cubicBezTo>
                    <a:pt x="34" y="176"/>
                    <a:pt x="57" y="192"/>
                    <a:pt x="82" y="197"/>
                  </a:cubicBezTo>
                  <a:cubicBezTo>
                    <a:pt x="88" y="198"/>
                    <a:pt x="94" y="199"/>
                    <a:pt x="100" y="199"/>
                  </a:cubicBezTo>
                  <a:cubicBezTo>
                    <a:pt x="143" y="199"/>
                    <a:pt x="182" y="168"/>
                    <a:pt x="193" y="1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44" name="任意多边形: 形状 443"/>
            <p:cNvSpPr/>
            <p:nvPr/>
          </p:nvSpPr>
          <p:spPr bwMode="auto">
            <a:xfrm>
              <a:off x="2738" y="1989"/>
              <a:ext cx="69" cy="69"/>
            </a:xfrm>
            <a:custGeom>
              <a:avLst/>
              <a:gdLst>
                <a:gd name="T0" fmla="*/ 2 w 191"/>
                <a:gd name="T1" fmla="*/ 88 h 191"/>
                <a:gd name="T2" fmla="*/ 25 w 191"/>
                <a:gd name="T3" fmla="*/ 159 h 191"/>
                <a:gd name="T4" fmla="*/ 91 w 191"/>
                <a:gd name="T5" fmla="*/ 191 h 191"/>
                <a:gd name="T6" fmla="*/ 186 w 191"/>
                <a:gd name="T7" fmla="*/ 104 h 191"/>
                <a:gd name="T8" fmla="*/ 102 w 191"/>
                <a:gd name="T9" fmla="*/ 2 h 191"/>
                <a:gd name="T10" fmla="*/ 35 w 191"/>
                <a:gd name="T11" fmla="*/ 24 h 191"/>
                <a:gd name="T12" fmla="*/ 2 w 191"/>
                <a:gd name="T13" fmla="*/ 88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1" h="191">
                  <a:moveTo>
                    <a:pt x="2" y="88"/>
                  </a:moveTo>
                  <a:cubicBezTo>
                    <a:pt x="0" y="114"/>
                    <a:pt x="8" y="140"/>
                    <a:pt x="25" y="159"/>
                  </a:cubicBezTo>
                  <a:cubicBezTo>
                    <a:pt x="42" y="178"/>
                    <a:pt x="66" y="190"/>
                    <a:pt x="91" y="191"/>
                  </a:cubicBezTo>
                  <a:cubicBezTo>
                    <a:pt x="141" y="191"/>
                    <a:pt x="182" y="153"/>
                    <a:pt x="186" y="104"/>
                  </a:cubicBezTo>
                  <a:cubicBezTo>
                    <a:pt x="191" y="52"/>
                    <a:pt x="153" y="7"/>
                    <a:pt x="102" y="2"/>
                  </a:cubicBezTo>
                  <a:cubicBezTo>
                    <a:pt x="77" y="0"/>
                    <a:pt x="54" y="8"/>
                    <a:pt x="35" y="24"/>
                  </a:cubicBezTo>
                  <a:cubicBezTo>
                    <a:pt x="16" y="40"/>
                    <a:pt x="4" y="63"/>
                    <a:pt x="2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45" name="任意多边形: 形状 444"/>
            <p:cNvSpPr/>
            <p:nvPr/>
          </p:nvSpPr>
          <p:spPr bwMode="auto">
            <a:xfrm>
              <a:off x="2758" y="1815"/>
              <a:ext cx="68" cy="66"/>
            </a:xfrm>
            <a:custGeom>
              <a:avLst/>
              <a:gdLst>
                <a:gd name="T0" fmla="*/ 182 w 185"/>
                <a:gd name="T1" fmla="*/ 86 h 183"/>
                <a:gd name="T2" fmla="*/ 151 w 185"/>
                <a:gd name="T3" fmla="*/ 23 h 183"/>
                <a:gd name="T4" fmla="*/ 86 w 185"/>
                <a:gd name="T5" fmla="*/ 1 h 183"/>
                <a:gd name="T6" fmla="*/ 3 w 185"/>
                <a:gd name="T7" fmla="*/ 98 h 183"/>
                <a:gd name="T8" fmla="*/ 36 w 185"/>
                <a:gd name="T9" fmla="*/ 163 h 183"/>
                <a:gd name="T10" fmla="*/ 93 w 185"/>
                <a:gd name="T11" fmla="*/ 183 h 183"/>
                <a:gd name="T12" fmla="*/ 103 w 185"/>
                <a:gd name="T13" fmla="*/ 183 h 183"/>
                <a:gd name="T14" fmla="*/ 182 w 185"/>
                <a:gd name="T15" fmla="*/ 86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5" h="183">
                  <a:moveTo>
                    <a:pt x="182" y="86"/>
                  </a:moveTo>
                  <a:cubicBezTo>
                    <a:pt x="180" y="62"/>
                    <a:pt x="169" y="39"/>
                    <a:pt x="151" y="23"/>
                  </a:cubicBezTo>
                  <a:cubicBezTo>
                    <a:pt x="133" y="7"/>
                    <a:pt x="110" y="0"/>
                    <a:pt x="86" y="1"/>
                  </a:cubicBezTo>
                  <a:cubicBezTo>
                    <a:pt x="37" y="5"/>
                    <a:pt x="0" y="48"/>
                    <a:pt x="3" y="98"/>
                  </a:cubicBezTo>
                  <a:cubicBezTo>
                    <a:pt x="5" y="123"/>
                    <a:pt x="17" y="147"/>
                    <a:pt x="36" y="163"/>
                  </a:cubicBezTo>
                  <a:cubicBezTo>
                    <a:pt x="52" y="176"/>
                    <a:pt x="73" y="183"/>
                    <a:pt x="93" y="183"/>
                  </a:cubicBezTo>
                  <a:cubicBezTo>
                    <a:pt x="96" y="183"/>
                    <a:pt x="100" y="183"/>
                    <a:pt x="103" y="183"/>
                  </a:cubicBezTo>
                  <a:cubicBezTo>
                    <a:pt x="150" y="177"/>
                    <a:pt x="185" y="134"/>
                    <a:pt x="182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46" name="任意多边形: 形状 445"/>
            <p:cNvSpPr/>
            <p:nvPr/>
          </p:nvSpPr>
          <p:spPr bwMode="auto">
            <a:xfrm>
              <a:off x="2752" y="1639"/>
              <a:ext cx="69" cy="65"/>
            </a:xfrm>
            <a:custGeom>
              <a:avLst/>
              <a:gdLst>
                <a:gd name="T0" fmla="*/ 51 w 189"/>
                <a:gd name="T1" fmla="*/ 166 h 178"/>
                <a:gd name="T2" fmla="*/ 95 w 189"/>
                <a:gd name="T3" fmla="*/ 178 h 178"/>
                <a:gd name="T4" fmla="*/ 118 w 189"/>
                <a:gd name="T5" fmla="*/ 175 h 178"/>
                <a:gd name="T6" fmla="*/ 179 w 189"/>
                <a:gd name="T7" fmla="*/ 71 h 178"/>
                <a:gd name="T8" fmla="*/ 140 w 189"/>
                <a:gd name="T9" fmla="*/ 16 h 178"/>
                <a:gd name="T10" fmla="*/ 76 w 189"/>
                <a:gd name="T11" fmla="*/ 5 h 178"/>
                <a:gd name="T12" fmla="*/ 11 w 189"/>
                <a:gd name="T13" fmla="*/ 109 h 178"/>
                <a:gd name="T14" fmla="*/ 51 w 189"/>
                <a:gd name="T15" fmla="*/ 16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178">
                  <a:moveTo>
                    <a:pt x="51" y="166"/>
                  </a:moveTo>
                  <a:cubicBezTo>
                    <a:pt x="65" y="174"/>
                    <a:pt x="80" y="178"/>
                    <a:pt x="95" y="178"/>
                  </a:cubicBezTo>
                  <a:cubicBezTo>
                    <a:pt x="103" y="178"/>
                    <a:pt x="111" y="177"/>
                    <a:pt x="118" y="175"/>
                  </a:cubicBezTo>
                  <a:cubicBezTo>
                    <a:pt x="161" y="163"/>
                    <a:pt x="189" y="116"/>
                    <a:pt x="179" y="71"/>
                  </a:cubicBezTo>
                  <a:cubicBezTo>
                    <a:pt x="174" y="48"/>
                    <a:pt x="160" y="28"/>
                    <a:pt x="140" y="16"/>
                  </a:cubicBezTo>
                  <a:cubicBezTo>
                    <a:pt x="121" y="4"/>
                    <a:pt x="98" y="0"/>
                    <a:pt x="76" y="5"/>
                  </a:cubicBezTo>
                  <a:cubicBezTo>
                    <a:pt x="29" y="15"/>
                    <a:pt x="0" y="62"/>
                    <a:pt x="11" y="109"/>
                  </a:cubicBezTo>
                  <a:cubicBezTo>
                    <a:pt x="16" y="133"/>
                    <a:pt x="30" y="153"/>
                    <a:pt x="51" y="1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47" name="任意多边形: 形状 446"/>
            <p:cNvSpPr/>
            <p:nvPr/>
          </p:nvSpPr>
          <p:spPr bwMode="auto">
            <a:xfrm>
              <a:off x="2720" y="1466"/>
              <a:ext cx="69" cy="63"/>
            </a:xfrm>
            <a:custGeom>
              <a:avLst/>
              <a:gdLst>
                <a:gd name="T0" fmla="*/ 17 w 188"/>
                <a:gd name="T1" fmla="*/ 118 h 171"/>
                <a:gd name="T2" fmla="*/ 64 w 188"/>
                <a:gd name="T3" fmla="*/ 165 h 171"/>
                <a:gd name="T4" fmla="*/ 95 w 188"/>
                <a:gd name="T5" fmla="*/ 171 h 171"/>
                <a:gd name="T6" fmla="*/ 129 w 188"/>
                <a:gd name="T7" fmla="*/ 164 h 171"/>
                <a:gd name="T8" fmla="*/ 172 w 188"/>
                <a:gd name="T9" fmla="*/ 56 h 171"/>
                <a:gd name="T10" fmla="*/ 127 w 188"/>
                <a:gd name="T11" fmla="*/ 9 h 171"/>
                <a:gd name="T12" fmla="*/ 64 w 188"/>
                <a:gd name="T13" fmla="*/ 8 h 171"/>
                <a:gd name="T14" fmla="*/ 17 w 188"/>
                <a:gd name="T15" fmla="*/ 11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8" h="171">
                  <a:moveTo>
                    <a:pt x="17" y="118"/>
                  </a:moveTo>
                  <a:cubicBezTo>
                    <a:pt x="25" y="139"/>
                    <a:pt x="42" y="157"/>
                    <a:pt x="64" y="165"/>
                  </a:cubicBezTo>
                  <a:cubicBezTo>
                    <a:pt x="74" y="169"/>
                    <a:pt x="85" y="171"/>
                    <a:pt x="95" y="171"/>
                  </a:cubicBezTo>
                  <a:cubicBezTo>
                    <a:pt x="107" y="171"/>
                    <a:pt x="118" y="169"/>
                    <a:pt x="129" y="164"/>
                  </a:cubicBezTo>
                  <a:cubicBezTo>
                    <a:pt x="168" y="146"/>
                    <a:pt x="188" y="98"/>
                    <a:pt x="172" y="56"/>
                  </a:cubicBezTo>
                  <a:cubicBezTo>
                    <a:pt x="164" y="35"/>
                    <a:pt x="148" y="18"/>
                    <a:pt x="127" y="9"/>
                  </a:cubicBezTo>
                  <a:cubicBezTo>
                    <a:pt x="107" y="1"/>
                    <a:pt x="85" y="0"/>
                    <a:pt x="64" y="8"/>
                  </a:cubicBezTo>
                  <a:cubicBezTo>
                    <a:pt x="22" y="25"/>
                    <a:pt x="0" y="75"/>
                    <a:pt x="17" y="1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48" name="任意多边形: 形状 447"/>
            <p:cNvSpPr/>
            <p:nvPr/>
          </p:nvSpPr>
          <p:spPr bwMode="auto">
            <a:xfrm>
              <a:off x="2665" y="1299"/>
              <a:ext cx="66" cy="61"/>
            </a:xfrm>
            <a:custGeom>
              <a:avLst/>
              <a:gdLst>
                <a:gd name="T0" fmla="*/ 73 w 181"/>
                <a:gd name="T1" fmla="*/ 163 h 165"/>
                <a:gd name="T2" fmla="*/ 91 w 181"/>
                <a:gd name="T3" fmla="*/ 165 h 165"/>
                <a:gd name="T4" fmla="*/ 135 w 181"/>
                <a:gd name="T5" fmla="*/ 152 h 165"/>
                <a:gd name="T6" fmla="*/ 160 w 181"/>
                <a:gd name="T7" fmla="*/ 43 h 165"/>
                <a:gd name="T8" fmla="*/ 111 w 181"/>
                <a:gd name="T9" fmla="*/ 5 h 165"/>
                <a:gd name="T10" fmla="*/ 51 w 181"/>
                <a:gd name="T11" fmla="*/ 14 h 165"/>
                <a:gd name="T12" fmla="*/ 22 w 181"/>
                <a:gd name="T13" fmla="*/ 125 h 165"/>
                <a:gd name="T14" fmla="*/ 73 w 181"/>
                <a:gd name="T15" fmla="*/ 163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1" h="165">
                  <a:moveTo>
                    <a:pt x="73" y="163"/>
                  </a:moveTo>
                  <a:cubicBezTo>
                    <a:pt x="79" y="164"/>
                    <a:pt x="85" y="165"/>
                    <a:pt x="91" y="165"/>
                  </a:cubicBezTo>
                  <a:cubicBezTo>
                    <a:pt x="107" y="165"/>
                    <a:pt x="122" y="161"/>
                    <a:pt x="135" y="152"/>
                  </a:cubicBezTo>
                  <a:cubicBezTo>
                    <a:pt x="170" y="129"/>
                    <a:pt x="181" y="80"/>
                    <a:pt x="160" y="43"/>
                  </a:cubicBezTo>
                  <a:cubicBezTo>
                    <a:pt x="149" y="24"/>
                    <a:pt x="131" y="11"/>
                    <a:pt x="111" y="5"/>
                  </a:cubicBezTo>
                  <a:cubicBezTo>
                    <a:pt x="90" y="0"/>
                    <a:pt x="69" y="3"/>
                    <a:pt x="51" y="14"/>
                  </a:cubicBezTo>
                  <a:cubicBezTo>
                    <a:pt x="12" y="37"/>
                    <a:pt x="0" y="86"/>
                    <a:pt x="22" y="125"/>
                  </a:cubicBezTo>
                  <a:cubicBezTo>
                    <a:pt x="33" y="144"/>
                    <a:pt x="51" y="158"/>
                    <a:pt x="73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49" name="任意多边形: 形状 448"/>
            <p:cNvSpPr/>
            <p:nvPr/>
          </p:nvSpPr>
          <p:spPr bwMode="auto">
            <a:xfrm>
              <a:off x="2585" y="1141"/>
              <a:ext cx="63" cy="58"/>
            </a:xfrm>
            <a:custGeom>
              <a:avLst/>
              <a:gdLst>
                <a:gd name="T0" fmla="*/ 37 w 171"/>
                <a:gd name="T1" fmla="*/ 20 h 157"/>
                <a:gd name="T2" fmla="*/ 27 w 171"/>
                <a:gd name="T3" fmla="*/ 129 h 157"/>
                <a:gd name="T4" fmla="*/ 81 w 171"/>
                <a:gd name="T5" fmla="*/ 157 h 157"/>
                <a:gd name="T6" fmla="*/ 86 w 171"/>
                <a:gd name="T7" fmla="*/ 157 h 157"/>
                <a:gd name="T8" fmla="*/ 138 w 171"/>
                <a:gd name="T9" fmla="*/ 137 h 157"/>
                <a:gd name="T10" fmla="*/ 145 w 171"/>
                <a:gd name="T11" fmla="*/ 30 h 157"/>
                <a:gd name="T12" fmla="*/ 93 w 171"/>
                <a:gd name="T13" fmla="*/ 2 h 157"/>
                <a:gd name="T14" fmla="*/ 37 w 171"/>
                <a:gd name="T15" fmla="*/ 2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1" h="157">
                  <a:moveTo>
                    <a:pt x="37" y="20"/>
                  </a:moveTo>
                  <a:cubicBezTo>
                    <a:pt x="5" y="47"/>
                    <a:pt x="0" y="96"/>
                    <a:pt x="27" y="129"/>
                  </a:cubicBezTo>
                  <a:cubicBezTo>
                    <a:pt x="40" y="145"/>
                    <a:pt x="60" y="156"/>
                    <a:pt x="81" y="157"/>
                  </a:cubicBezTo>
                  <a:cubicBezTo>
                    <a:pt x="83" y="157"/>
                    <a:pt x="85" y="157"/>
                    <a:pt x="86" y="157"/>
                  </a:cubicBezTo>
                  <a:cubicBezTo>
                    <a:pt x="105" y="157"/>
                    <a:pt x="124" y="150"/>
                    <a:pt x="138" y="137"/>
                  </a:cubicBezTo>
                  <a:cubicBezTo>
                    <a:pt x="167" y="110"/>
                    <a:pt x="171" y="62"/>
                    <a:pt x="145" y="30"/>
                  </a:cubicBezTo>
                  <a:cubicBezTo>
                    <a:pt x="132" y="14"/>
                    <a:pt x="114" y="4"/>
                    <a:pt x="93" y="2"/>
                  </a:cubicBezTo>
                  <a:cubicBezTo>
                    <a:pt x="73" y="0"/>
                    <a:pt x="53" y="6"/>
                    <a:pt x="37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50" name="任意多边形: 形状 449"/>
            <p:cNvSpPr/>
            <p:nvPr/>
          </p:nvSpPr>
          <p:spPr bwMode="auto">
            <a:xfrm>
              <a:off x="2480" y="995"/>
              <a:ext cx="60" cy="55"/>
            </a:xfrm>
            <a:custGeom>
              <a:avLst/>
              <a:gdLst>
                <a:gd name="T0" fmla="*/ 33 w 163"/>
                <a:gd name="T1" fmla="*/ 132 h 150"/>
                <a:gd name="T2" fmla="*/ 82 w 163"/>
                <a:gd name="T3" fmla="*/ 150 h 150"/>
                <a:gd name="T4" fmla="*/ 88 w 163"/>
                <a:gd name="T5" fmla="*/ 150 h 150"/>
                <a:gd name="T6" fmla="*/ 139 w 163"/>
                <a:gd name="T7" fmla="*/ 122 h 150"/>
                <a:gd name="T8" fmla="*/ 130 w 163"/>
                <a:gd name="T9" fmla="*/ 20 h 150"/>
                <a:gd name="T10" fmla="*/ 77 w 163"/>
                <a:gd name="T11" fmla="*/ 1 h 150"/>
                <a:gd name="T12" fmla="*/ 27 w 163"/>
                <a:gd name="T13" fmla="*/ 27 h 150"/>
                <a:gd name="T14" fmla="*/ 33 w 163"/>
                <a:gd name="T15" fmla="*/ 13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" h="150">
                  <a:moveTo>
                    <a:pt x="33" y="132"/>
                  </a:moveTo>
                  <a:cubicBezTo>
                    <a:pt x="47" y="144"/>
                    <a:pt x="64" y="150"/>
                    <a:pt x="82" y="150"/>
                  </a:cubicBezTo>
                  <a:cubicBezTo>
                    <a:pt x="84" y="150"/>
                    <a:pt x="86" y="150"/>
                    <a:pt x="88" y="150"/>
                  </a:cubicBezTo>
                  <a:cubicBezTo>
                    <a:pt x="108" y="148"/>
                    <a:pt x="127" y="138"/>
                    <a:pt x="139" y="122"/>
                  </a:cubicBezTo>
                  <a:cubicBezTo>
                    <a:pt x="163" y="91"/>
                    <a:pt x="159" y="46"/>
                    <a:pt x="130" y="20"/>
                  </a:cubicBezTo>
                  <a:cubicBezTo>
                    <a:pt x="115" y="7"/>
                    <a:pt x="96" y="0"/>
                    <a:pt x="77" y="1"/>
                  </a:cubicBezTo>
                  <a:cubicBezTo>
                    <a:pt x="57" y="3"/>
                    <a:pt x="39" y="12"/>
                    <a:pt x="27" y="27"/>
                  </a:cubicBezTo>
                  <a:cubicBezTo>
                    <a:pt x="0" y="58"/>
                    <a:pt x="3" y="105"/>
                    <a:pt x="33" y="1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51" name="任意多边形: 形状 450"/>
            <p:cNvSpPr/>
            <p:nvPr/>
          </p:nvSpPr>
          <p:spPr bwMode="auto">
            <a:xfrm>
              <a:off x="2349" y="863"/>
              <a:ext cx="59" cy="53"/>
            </a:xfrm>
            <a:custGeom>
              <a:avLst/>
              <a:gdLst>
                <a:gd name="T0" fmla="*/ 43 w 160"/>
                <a:gd name="T1" fmla="*/ 135 h 145"/>
                <a:gd name="T2" fmla="*/ 80 w 160"/>
                <a:gd name="T3" fmla="*/ 145 h 145"/>
                <a:gd name="T4" fmla="*/ 98 w 160"/>
                <a:gd name="T5" fmla="*/ 143 h 145"/>
                <a:gd name="T6" fmla="*/ 142 w 160"/>
                <a:gd name="T7" fmla="*/ 109 h 145"/>
                <a:gd name="T8" fmla="*/ 117 w 160"/>
                <a:gd name="T9" fmla="*/ 14 h 145"/>
                <a:gd name="T10" fmla="*/ 64 w 160"/>
                <a:gd name="T11" fmla="*/ 5 h 145"/>
                <a:gd name="T12" fmla="*/ 21 w 160"/>
                <a:gd name="T13" fmla="*/ 37 h 145"/>
                <a:gd name="T14" fmla="*/ 43 w 160"/>
                <a:gd name="T15" fmla="*/ 13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0" h="145">
                  <a:moveTo>
                    <a:pt x="43" y="135"/>
                  </a:moveTo>
                  <a:cubicBezTo>
                    <a:pt x="54" y="142"/>
                    <a:pt x="67" y="145"/>
                    <a:pt x="80" y="145"/>
                  </a:cubicBezTo>
                  <a:cubicBezTo>
                    <a:pt x="86" y="145"/>
                    <a:pt x="92" y="144"/>
                    <a:pt x="98" y="143"/>
                  </a:cubicBezTo>
                  <a:cubicBezTo>
                    <a:pt x="116" y="138"/>
                    <a:pt x="132" y="126"/>
                    <a:pt x="142" y="109"/>
                  </a:cubicBezTo>
                  <a:cubicBezTo>
                    <a:pt x="160" y="76"/>
                    <a:pt x="149" y="33"/>
                    <a:pt x="117" y="14"/>
                  </a:cubicBezTo>
                  <a:cubicBezTo>
                    <a:pt x="101" y="3"/>
                    <a:pt x="83" y="0"/>
                    <a:pt x="64" y="5"/>
                  </a:cubicBezTo>
                  <a:cubicBezTo>
                    <a:pt x="46" y="9"/>
                    <a:pt x="31" y="20"/>
                    <a:pt x="21" y="37"/>
                  </a:cubicBezTo>
                  <a:cubicBezTo>
                    <a:pt x="0" y="70"/>
                    <a:pt x="11" y="114"/>
                    <a:pt x="43" y="1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52" name="任意多边形: 形状 451"/>
            <p:cNvSpPr/>
            <p:nvPr/>
          </p:nvSpPr>
          <p:spPr bwMode="auto">
            <a:xfrm>
              <a:off x="2203" y="757"/>
              <a:ext cx="55" cy="50"/>
            </a:xfrm>
            <a:custGeom>
              <a:avLst/>
              <a:gdLst>
                <a:gd name="T0" fmla="*/ 51 w 151"/>
                <a:gd name="T1" fmla="*/ 133 h 138"/>
                <a:gd name="T2" fmla="*/ 76 w 151"/>
                <a:gd name="T3" fmla="*/ 138 h 138"/>
                <a:gd name="T4" fmla="*/ 103 w 151"/>
                <a:gd name="T5" fmla="*/ 132 h 138"/>
                <a:gd name="T6" fmla="*/ 139 w 151"/>
                <a:gd name="T7" fmla="*/ 93 h 138"/>
                <a:gd name="T8" fmla="*/ 101 w 151"/>
                <a:gd name="T9" fmla="*/ 7 h 138"/>
                <a:gd name="T10" fmla="*/ 50 w 151"/>
                <a:gd name="T11" fmla="*/ 7 h 138"/>
                <a:gd name="T12" fmla="*/ 14 w 151"/>
                <a:gd name="T13" fmla="*/ 44 h 138"/>
                <a:gd name="T14" fmla="*/ 51 w 151"/>
                <a:gd name="T15" fmla="*/ 13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38">
                  <a:moveTo>
                    <a:pt x="51" y="133"/>
                  </a:moveTo>
                  <a:cubicBezTo>
                    <a:pt x="59" y="136"/>
                    <a:pt x="67" y="138"/>
                    <a:pt x="76" y="138"/>
                  </a:cubicBezTo>
                  <a:cubicBezTo>
                    <a:pt x="85" y="138"/>
                    <a:pt x="94" y="136"/>
                    <a:pt x="103" y="132"/>
                  </a:cubicBezTo>
                  <a:cubicBezTo>
                    <a:pt x="120" y="124"/>
                    <a:pt x="133" y="110"/>
                    <a:pt x="139" y="93"/>
                  </a:cubicBezTo>
                  <a:cubicBezTo>
                    <a:pt x="151" y="59"/>
                    <a:pt x="134" y="21"/>
                    <a:pt x="101" y="7"/>
                  </a:cubicBezTo>
                  <a:cubicBezTo>
                    <a:pt x="85" y="0"/>
                    <a:pt x="67" y="0"/>
                    <a:pt x="50" y="7"/>
                  </a:cubicBezTo>
                  <a:cubicBezTo>
                    <a:pt x="34" y="14"/>
                    <a:pt x="21" y="27"/>
                    <a:pt x="14" y="44"/>
                  </a:cubicBezTo>
                  <a:cubicBezTo>
                    <a:pt x="0" y="79"/>
                    <a:pt x="17" y="118"/>
                    <a:pt x="51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53" name="任意多边形: 形状 452"/>
            <p:cNvSpPr/>
            <p:nvPr/>
          </p:nvSpPr>
          <p:spPr bwMode="auto">
            <a:xfrm>
              <a:off x="2047" y="677"/>
              <a:ext cx="51" cy="47"/>
            </a:xfrm>
            <a:custGeom>
              <a:avLst/>
              <a:gdLst>
                <a:gd name="T0" fmla="*/ 56 w 139"/>
                <a:gd name="T1" fmla="*/ 130 h 131"/>
                <a:gd name="T2" fmla="*/ 70 w 139"/>
                <a:gd name="T3" fmla="*/ 131 h 131"/>
                <a:gd name="T4" fmla="*/ 104 w 139"/>
                <a:gd name="T5" fmla="*/ 121 h 131"/>
                <a:gd name="T6" fmla="*/ 133 w 139"/>
                <a:gd name="T7" fmla="*/ 79 h 131"/>
                <a:gd name="T8" fmla="*/ 84 w 139"/>
                <a:gd name="T9" fmla="*/ 4 h 131"/>
                <a:gd name="T10" fmla="*/ 36 w 139"/>
                <a:gd name="T11" fmla="*/ 12 h 131"/>
                <a:gd name="T12" fmla="*/ 8 w 139"/>
                <a:gd name="T13" fmla="*/ 52 h 131"/>
                <a:gd name="T14" fmla="*/ 56 w 139"/>
                <a:gd name="T15" fmla="*/ 13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9" h="131">
                  <a:moveTo>
                    <a:pt x="56" y="130"/>
                  </a:moveTo>
                  <a:cubicBezTo>
                    <a:pt x="60" y="131"/>
                    <a:pt x="65" y="131"/>
                    <a:pt x="70" y="131"/>
                  </a:cubicBezTo>
                  <a:cubicBezTo>
                    <a:pt x="82" y="131"/>
                    <a:pt x="94" y="128"/>
                    <a:pt x="104" y="121"/>
                  </a:cubicBezTo>
                  <a:cubicBezTo>
                    <a:pt x="119" y="111"/>
                    <a:pt x="129" y="96"/>
                    <a:pt x="133" y="79"/>
                  </a:cubicBezTo>
                  <a:cubicBezTo>
                    <a:pt x="139" y="45"/>
                    <a:pt x="117" y="11"/>
                    <a:pt x="84" y="4"/>
                  </a:cubicBezTo>
                  <a:cubicBezTo>
                    <a:pt x="67" y="0"/>
                    <a:pt x="50" y="3"/>
                    <a:pt x="36" y="12"/>
                  </a:cubicBezTo>
                  <a:cubicBezTo>
                    <a:pt x="22" y="21"/>
                    <a:pt x="11" y="35"/>
                    <a:pt x="8" y="52"/>
                  </a:cubicBezTo>
                  <a:cubicBezTo>
                    <a:pt x="0" y="87"/>
                    <a:pt x="21" y="122"/>
                    <a:pt x="56" y="1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54" name="任意多边形: 形状 453"/>
            <p:cNvSpPr/>
            <p:nvPr/>
          </p:nvSpPr>
          <p:spPr bwMode="auto">
            <a:xfrm>
              <a:off x="1884" y="623"/>
              <a:ext cx="45" cy="45"/>
            </a:xfrm>
            <a:custGeom>
              <a:avLst/>
              <a:gdLst>
                <a:gd name="T0" fmla="*/ 58 w 124"/>
                <a:gd name="T1" fmla="*/ 124 h 124"/>
                <a:gd name="T2" fmla="*/ 62 w 124"/>
                <a:gd name="T3" fmla="*/ 124 h 124"/>
                <a:gd name="T4" fmla="*/ 103 w 124"/>
                <a:gd name="T5" fmla="*/ 108 h 124"/>
                <a:gd name="T6" fmla="*/ 123 w 124"/>
                <a:gd name="T7" fmla="*/ 64 h 124"/>
                <a:gd name="T8" fmla="*/ 66 w 124"/>
                <a:gd name="T9" fmla="*/ 1 h 124"/>
                <a:gd name="T10" fmla="*/ 22 w 124"/>
                <a:gd name="T11" fmla="*/ 16 h 124"/>
                <a:gd name="T12" fmla="*/ 2 w 124"/>
                <a:gd name="T13" fmla="*/ 59 h 124"/>
                <a:gd name="T14" fmla="*/ 58 w 124"/>
                <a:gd name="T1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4" h="124">
                  <a:moveTo>
                    <a:pt x="58" y="124"/>
                  </a:moveTo>
                  <a:cubicBezTo>
                    <a:pt x="60" y="124"/>
                    <a:pt x="61" y="124"/>
                    <a:pt x="62" y="124"/>
                  </a:cubicBezTo>
                  <a:cubicBezTo>
                    <a:pt x="77" y="124"/>
                    <a:pt x="91" y="118"/>
                    <a:pt x="103" y="108"/>
                  </a:cubicBezTo>
                  <a:cubicBezTo>
                    <a:pt x="115" y="97"/>
                    <a:pt x="122" y="81"/>
                    <a:pt x="123" y="64"/>
                  </a:cubicBezTo>
                  <a:cubicBezTo>
                    <a:pt x="124" y="32"/>
                    <a:pt x="98" y="3"/>
                    <a:pt x="66" y="1"/>
                  </a:cubicBezTo>
                  <a:cubicBezTo>
                    <a:pt x="50" y="0"/>
                    <a:pt x="34" y="6"/>
                    <a:pt x="22" y="16"/>
                  </a:cubicBezTo>
                  <a:cubicBezTo>
                    <a:pt x="10" y="27"/>
                    <a:pt x="3" y="42"/>
                    <a:pt x="2" y="59"/>
                  </a:cubicBezTo>
                  <a:cubicBezTo>
                    <a:pt x="0" y="93"/>
                    <a:pt x="25" y="122"/>
                    <a:pt x="58" y="1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55" name="任意多边形: 形状 454"/>
            <p:cNvSpPr/>
            <p:nvPr/>
          </p:nvSpPr>
          <p:spPr bwMode="auto">
            <a:xfrm>
              <a:off x="1714" y="594"/>
              <a:ext cx="43" cy="44"/>
            </a:xfrm>
            <a:custGeom>
              <a:avLst/>
              <a:gdLst>
                <a:gd name="T0" fmla="*/ 60 w 119"/>
                <a:gd name="T1" fmla="*/ 120 h 120"/>
                <a:gd name="T2" fmla="*/ 66 w 119"/>
                <a:gd name="T3" fmla="*/ 119 h 120"/>
                <a:gd name="T4" fmla="*/ 105 w 119"/>
                <a:gd name="T5" fmla="*/ 97 h 120"/>
                <a:gd name="T6" fmla="*/ 117 w 119"/>
                <a:gd name="T7" fmla="*/ 54 h 120"/>
                <a:gd name="T8" fmla="*/ 55 w 119"/>
                <a:gd name="T9" fmla="*/ 4 h 120"/>
                <a:gd name="T10" fmla="*/ 3 w 119"/>
                <a:gd name="T11" fmla="*/ 67 h 120"/>
                <a:gd name="T12" fmla="*/ 25 w 119"/>
                <a:gd name="T13" fmla="*/ 107 h 120"/>
                <a:gd name="T14" fmla="*/ 60 w 119"/>
                <a:gd name="T1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20">
                  <a:moveTo>
                    <a:pt x="60" y="120"/>
                  </a:moveTo>
                  <a:cubicBezTo>
                    <a:pt x="62" y="120"/>
                    <a:pt x="64" y="119"/>
                    <a:pt x="66" y="119"/>
                  </a:cubicBezTo>
                  <a:cubicBezTo>
                    <a:pt x="82" y="118"/>
                    <a:pt x="96" y="110"/>
                    <a:pt x="105" y="97"/>
                  </a:cubicBezTo>
                  <a:cubicBezTo>
                    <a:pt x="115" y="85"/>
                    <a:pt x="119" y="69"/>
                    <a:pt x="117" y="54"/>
                  </a:cubicBezTo>
                  <a:cubicBezTo>
                    <a:pt x="113" y="23"/>
                    <a:pt x="86" y="0"/>
                    <a:pt x="55" y="4"/>
                  </a:cubicBezTo>
                  <a:cubicBezTo>
                    <a:pt x="23" y="7"/>
                    <a:pt x="0" y="35"/>
                    <a:pt x="3" y="67"/>
                  </a:cubicBezTo>
                  <a:cubicBezTo>
                    <a:pt x="5" y="83"/>
                    <a:pt x="13" y="97"/>
                    <a:pt x="25" y="107"/>
                  </a:cubicBezTo>
                  <a:cubicBezTo>
                    <a:pt x="35" y="115"/>
                    <a:pt x="47" y="120"/>
                    <a:pt x="60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56" name="任意多边形: 形状 455"/>
            <p:cNvSpPr/>
            <p:nvPr/>
          </p:nvSpPr>
          <p:spPr bwMode="auto">
            <a:xfrm>
              <a:off x="1541" y="592"/>
              <a:ext cx="42" cy="42"/>
            </a:xfrm>
            <a:custGeom>
              <a:avLst/>
              <a:gdLst>
                <a:gd name="T0" fmla="*/ 46 w 116"/>
                <a:gd name="T1" fmla="*/ 8 h 116"/>
                <a:gd name="T2" fmla="*/ 8 w 116"/>
                <a:gd name="T3" fmla="*/ 75 h 116"/>
                <a:gd name="T4" fmla="*/ 34 w 116"/>
                <a:gd name="T5" fmla="*/ 108 h 116"/>
                <a:gd name="T6" fmla="*/ 60 w 116"/>
                <a:gd name="T7" fmla="*/ 116 h 116"/>
                <a:gd name="T8" fmla="*/ 74 w 116"/>
                <a:gd name="T9" fmla="*/ 114 h 116"/>
                <a:gd name="T10" fmla="*/ 107 w 116"/>
                <a:gd name="T11" fmla="*/ 87 h 116"/>
                <a:gd name="T12" fmla="*/ 112 w 116"/>
                <a:gd name="T13" fmla="*/ 45 h 116"/>
                <a:gd name="T14" fmla="*/ 46 w 116"/>
                <a:gd name="T15" fmla="*/ 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116">
                  <a:moveTo>
                    <a:pt x="46" y="8"/>
                  </a:moveTo>
                  <a:cubicBezTo>
                    <a:pt x="17" y="16"/>
                    <a:pt x="0" y="46"/>
                    <a:pt x="8" y="75"/>
                  </a:cubicBezTo>
                  <a:cubicBezTo>
                    <a:pt x="12" y="89"/>
                    <a:pt x="21" y="101"/>
                    <a:pt x="34" y="108"/>
                  </a:cubicBezTo>
                  <a:cubicBezTo>
                    <a:pt x="42" y="113"/>
                    <a:pt x="51" y="116"/>
                    <a:pt x="60" y="116"/>
                  </a:cubicBezTo>
                  <a:cubicBezTo>
                    <a:pt x="65" y="116"/>
                    <a:pt x="70" y="115"/>
                    <a:pt x="74" y="114"/>
                  </a:cubicBezTo>
                  <a:cubicBezTo>
                    <a:pt x="88" y="110"/>
                    <a:pt x="100" y="100"/>
                    <a:pt x="107" y="87"/>
                  </a:cubicBezTo>
                  <a:cubicBezTo>
                    <a:pt x="114" y="74"/>
                    <a:pt x="116" y="59"/>
                    <a:pt x="112" y="45"/>
                  </a:cubicBezTo>
                  <a:cubicBezTo>
                    <a:pt x="104" y="17"/>
                    <a:pt x="74" y="0"/>
                    <a:pt x="4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57" name="任意多边形: 形状 456"/>
            <p:cNvSpPr/>
            <p:nvPr/>
          </p:nvSpPr>
          <p:spPr bwMode="auto">
            <a:xfrm>
              <a:off x="1371" y="615"/>
              <a:ext cx="40" cy="41"/>
            </a:xfrm>
            <a:custGeom>
              <a:avLst/>
              <a:gdLst>
                <a:gd name="T0" fmla="*/ 11 w 110"/>
                <a:gd name="T1" fmla="*/ 81 h 111"/>
                <a:gd name="T2" fmla="*/ 40 w 110"/>
                <a:gd name="T3" fmla="*/ 107 h 111"/>
                <a:gd name="T4" fmla="*/ 57 w 110"/>
                <a:gd name="T5" fmla="*/ 111 h 111"/>
                <a:gd name="T6" fmla="*/ 79 w 110"/>
                <a:gd name="T7" fmla="*/ 106 h 111"/>
                <a:gd name="T8" fmla="*/ 105 w 110"/>
                <a:gd name="T9" fmla="*/ 76 h 111"/>
                <a:gd name="T10" fmla="*/ 103 w 110"/>
                <a:gd name="T11" fmla="*/ 36 h 111"/>
                <a:gd name="T12" fmla="*/ 36 w 110"/>
                <a:gd name="T13" fmla="*/ 12 h 111"/>
                <a:gd name="T14" fmla="*/ 11 w 110"/>
                <a:gd name="T15" fmla="*/ 8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" h="111">
                  <a:moveTo>
                    <a:pt x="11" y="81"/>
                  </a:moveTo>
                  <a:cubicBezTo>
                    <a:pt x="17" y="93"/>
                    <a:pt x="27" y="103"/>
                    <a:pt x="40" y="107"/>
                  </a:cubicBezTo>
                  <a:cubicBezTo>
                    <a:pt x="46" y="110"/>
                    <a:pt x="52" y="111"/>
                    <a:pt x="57" y="111"/>
                  </a:cubicBezTo>
                  <a:cubicBezTo>
                    <a:pt x="65" y="111"/>
                    <a:pt x="72" y="109"/>
                    <a:pt x="79" y="106"/>
                  </a:cubicBezTo>
                  <a:cubicBezTo>
                    <a:pt x="91" y="100"/>
                    <a:pt x="101" y="89"/>
                    <a:pt x="105" y="76"/>
                  </a:cubicBezTo>
                  <a:cubicBezTo>
                    <a:pt x="110" y="63"/>
                    <a:pt x="109" y="49"/>
                    <a:pt x="103" y="36"/>
                  </a:cubicBezTo>
                  <a:cubicBezTo>
                    <a:pt x="91" y="11"/>
                    <a:pt x="61" y="0"/>
                    <a:pt x="36" y="12"/>
                  </a:cubicBezTo>
                  <a:cubicBezTo>
                    <a:pt x="11" y="24"/>
                    <a:pt x="0" y="55"/>
                    <a:pt x="11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58" name="任意多边形: 形状 457"/>
            <p:cNvSpPr/>
            <p:nvPr/>
          </p:nvSpPr>
          <p:spPr bwMode="auto">
            <a:xfrm>
              <a:off x="1205" y="666"/>
              <a:ext cx="38" cy="38"/>
            </a:xfrm>
            <a:custGeom>
              <a:avLst/>
              <a:gdLst>
                <a:gd name="T0" fmla="*/ 45 w 103"/>
                <a:gd name="T1" fmla="*/ 102 h 103"/>
                <a:gd name="T2" fmla="*/ 54 w 103"/>
                <a:gd name="T3" fmla="*/ 103 h 103"/>
                <a:gd name="T4" fmla="*/ 81 w 103"/>
                <a:gd name="T5" fmla="*/ 94 h 103"/>
                <a:gd name="T6" fmla="*/ 101 w 103"/>
                <a:gd name="T7" fmla="*/ 62 h 103"/>
                <a:gd name="T8" fmla="*/ 93 w 103"/>
                <a:gd name="T9" fmla="*/ 26 h 103"/>
                <a:gd name="T10" fmla="*/ 26 w 103"/>
                <a:gd name="T11" fmla="*/ 15 h 103"/>
                <a:gd name="T12" fmla="*/ 14 w 103"/>
                <a:gd name="T13" fmla="*/ 82 h 103"/>
                <a:gd name="T14" fmla="*/ 45 w 103"/>
                <a:gd name="T15" fmla="*/ 10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103">
                  <a:moveTo>
                    <a:pt x="45" y="102"/>
                  </a:moveTo>
                  <a:cubicBezTo>
                    <a:pt x="48" y="102"/>
                    <a:pt x="51" y="103"/>
                    <a:pt x="54" y="103"/>
                  </a:cubicBezTo>
                  <a:cubicBezTo>
                    <a:pt x="64" y="103"/>
                    <a:pt x="73" y="100"/>
                    <a:pt x="81" y="94"/>
                  </a:cubicBezTo>
                  <a:cubicBezTo>
                    <a:pt x="92" y="87"/>
                    <a:pt x="99" y="75"/>
                    <a:pt x="101" y="62"/>
                  </a:cubicBezTo>
                  <a:cubicBezTo>
                    <a:pt x="103" y="49"/>
                    <a:pt x="100" y="37"/>
                    <a:pt x="93" y="26"/>
                  </a:cubicBezTo>
                  <a:cubicBezTo>
                    <a:pt x="77" y="5"/>
                    <a:pt x="48" y="0"/>
                    <a:pt x="26" y="15"/>
                  </a:cubicBezTo>
                  <a:cubicBezTo>
                    <a:pt x="5" y="30"/>
                    <a:pt x="0" y="60"/>
                    <a:pt x="14" y="82"/>
                  </a:cubicBezTo>
                  <a:cubicBezTo>
                    <a:pt x="22" y="92"/>
                    <a:pt x="33" y="100"/>
                    <a:pt x="45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59" name="任意多边形: 形状 458"/>
            <p:cNvSpPr/>
            <p:nvPr/>
          </p:nvSpPr>
          <p:spPr bwMode="auto">
            <a:xfrm>
              <a:off x="1048" y="745"/>
              <a:ext cx="35" cy="32"/>
            </a:xfrm>
            <a:custGeom>
              <a:avLst/>
              <a:gdLst>
                <a:gd name="T0" fmla="*/ 49 w 98"/>
                <a:gd name="T1" fmla="*/ 90 h 90"/>
                <a:gd name="T2" fmla="*/ 80 w 98"/>
                <a:gd name="T3" fmla="*/ 77 h 90"/>
                <a:gd name="T4" fmla="*/ 80 w 98"/>
                <a:gd name="T5" fmla="*/ 13 h 90"/>
                <a:gd name="T6" fmla="*/ 48 w 98"/>
                <a:gd name="T7" fmla="*/ 0 h 90"/>
                <a:gd name="T8" fmla="*/ 17 w 98"/>
                <a:gd name="T9" fmla="*/ 13 h 90"/>
                <a:gd name="T10" fmla="*/ 17 w 98"/>
                <a:gd name="T11" fmla="*/ 77 h 90"/>
                <a:gd name="T12" fmla="*/ 49 w 98"/>
                <a:gd name="T13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90">
                  <a:moveTo>
                    <a:pt x="49" y="90"/>
                  </a:moveTo>
                  <a:cubicBezTo>
                    <a:pt x="61" y="90"/>
                    <a:pt x="72" y="85"/>
                    <a:pt x="80" y="77"/>
                  </a:cubicBezTo>
                  <a:cubicBezTo>
                    <a:pt x="98" y="59"/>
                    <a:pt x="98" y="30"/>
                    <a:pt x="80" y="13"/>
                  </a:cubicBezTo>
                  <a:cubicBezTo>
                    <a:pt x="71" y="4"/>
                    <a:pt x="61" y="1"/>
                    <a:pt x="48" y="0"/>
                  </a:cubicBezTo>
                  <a:cubicBezTo>
                    <a:pt x="36" y="0"/>
                    <a:pt x="25" y="5"/>
                    <a:pt x="17" y="13"/>
                  </a:cubicBezTo>
                  <a:cubicBezTo>
                    <a:pt x="0" y="31"/>
                    <a:pt x="0" y="59"/>
                    <a:pt x="17" y="77"/>
                  </a:cubicBezTo>
                  <a:cubicBezTo>
                    <a:pt x="26" y="85"/>
                    <a:pt x="37" y="90"/>
                    <a:pt x="49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60" name="任意多边形: 形状 459"/>
            <p:cNvSpPr/>
            <p:nvPr/>
          </p:nvSpPr>
          <p:spPr bwMode="auto">
            <a:xfrm>
              <a:off x="899" y="846"/>
              <a:ext cx="35" cy="31"/>
            </a:xfrm>
            <a:custGeom>
              <a:avLst/>
              <a:gdLst>
                <a:gd name="T0" fmla="*/ 47 w 95"/>
                <a:gd name="T1" fmla="*/ 85 h 85"/>
                <a:gd name="T2" fmla="*/ 55 w 95"/>
                <a:gd name="T3" fmla="*/ 84 h 85"/>
                <a:gd name="T4" fmla="*/ 82 w 95"/>
                <a:gd name="T5" fmla="*/ 67 h 85"/>
                <a:gd name="T6" fmla="*/ 71 w 95"/>
                <a:gd name="T7" fmla="*/ 8 h 85"/>
                <a:gd name="T8" fmla="*/ 40 w 95"/>
                <a:gd name="T9" fmla="*/ 2 h 85"/>
                <a:gd name="T10" fmla="*/ 13 w 95"/>
                <a:gd name="T11" fmla="*/ 20 h 85"/>
                <a:gd name="T12" fmla="*/ 24 w 95"/>
                <a:gd name="T13" fmla="*/ 78 h 85"/>
                <a:gd name="T14" fmla="*/ 47 w 95"/>
                <a:gd name="T15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" h="85">
                  <a:moveTo>
                    <a:pt x="47" y="85"/>
                  </a:moveTo>
                  <a:cubicBezTo>
                    <a:pt x="50" y="85"/>
                    <a:pt x="53" y="85"/>
                    <a:pt x="55" y="84"/>
                  </a:cubicBezTo>
                  <a:cubicBezTo>
                    <a:pt x="66" y="82"/>
                    <a:pt x="76" y="76"/>
                    <a:pt x="82" y="67"/>
                  </a:cubicBezTo>
                  <a:cubicBezTo>
                    <a:pt x="95" y="47"/>
                    <a:pt x="90" y="21"/>
                    <a:pt x="71" y="8"/>
                  </a:cubicBezTo>
                  <a:cubicBezTo>
                    <a:pt x="61" y="2"/>
                    <a:pt x="51" y="0"/>
                    <a:pt x="40" y="2"/>
                  </a:cubicBezTo>
                  <a:cubicBezTo>
                    <a:pt x="29" y="4"/>
                    <a:pt x="19" y="11"/>
                    <a:pt x="13" y="20"/>
                  </a:cubicBezTo>
                  <a:cubicBezTo>
                    <a:pt x="0" y="39"/>
                    <a:pt x="5" y="65"/>
                    <a:pt x="24" y="78"/>
                  </a:cubicBezTo>
                  <a:cubicBezTo>
                    <a:pt x="31" y="83"/>
                    <a:pt x="39" y="85"/>
                    <a:pt x="47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61" name="任意多边形: 形状 460"/>
            <p:cNvSpPr/>
            <p:nvPr/>
          </p:nvSpPr>
          <p:spPr bwMode="auto">
            <a:xfrm>
              <a:off x="765" y="973"/>
              <a:ext cx="32" cy="29"/>
            </a:xfrm>
            <a:custGeom>
              <a:avLst/>
              <a:gdLst>
                <a:gd name="T0" fmla="*/ 29 w 87"/>
                <a:gd name="T1" fmla="*/ 75 h 78"/>
                <a:gd name="T2" fmla="*/ 44 w 87"/>
                <a:gd name="T3" fmla="*/ 78 h 78"/>
                <a:gd name="T4" fmla="*/ 58 w 87"/>
                <a:gd name="T5" fmla="*/ 75 h 78"/>
                <a:gd name="T6" fmla="*/ 79 w 87"/>
                <a:gd name="T7" fmla="*/ 54 h 78"/>
                <a:gd name="T8" fmla="*/ 58 w 87"/>
                <a:gd name="T9" fmla="*/ 4 h 78"/>
                <a:gd name="T10" fmla="*/ 29 w 87"/>
                <a:gd name="T11" fmla="*/ 4 h 78"/>
                <a:gd name="T12" fmla="*/ 8 w 87"/>
                <a:gd name="T13" fmla="*/ 25 h 78"/>
                <a:gd name="T14" fmla="*/ 29 w 87"/>
                <a:gd name="T15" fmla="*/ 7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" h="78">
                  <a:moveTo>
                    <a:pt x="29" y="75"/>
                  </a:moveTo>
                  <a:cubicBezTo>
                    <a:pt x="33" y="77"/>
                    <a:pt x="39" y="78"/>
                    <a:pt x="44" y="78"/>
                  </a:cubicBezTo>
                  <a:cubicBezTo>
                    <a:pt x="48" y="78"/>
                    <a:pt x="53" y="77"/>
                    <a:pt x="58" y="75"/>
                  </a:cubicBezTo>
                  <a:cubicBezTo>
                    <a:pt x="68" y="71"/>
                    <a:pt x="75" y="64"/>
                    <a:pt x="79" y="54"/>
                  </a:cubicBezTo>
                  <a:cubicBezTo>
                    <a:pt x="87" y="35"/>
                    <a:pt x="78" y="12"/>
                    <a:pt x="58" y="4"/>
                  </a:cubicBezTo>
                  <a:cubicBezTo>
                    <a:pt x="49" y="0"/>
                    <a:pt x="39" y="0"/>
                    <a:pt x="29" y="4"/>
                  </a:cubicBezTo>
                  <a:cubicBezTo>
                    <a:pt x="20" y="7"/>
                    <a:pt x="12" y="15"/>
                    <a:pt x="8" y="25"/>
                  </a:cubicBezTo>
                  <a:cubicBezTo>
                    <a:pt x="0" y="44"/>
                    <a:pt x="9" y="67"/>
                    <a:pt x="29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62" name="任意多边形: 形状 461"/>
            <p:cNvSpPr/>
            <p:nvPr/>
          </p:nvSpPr>
          <p:spPr bwMode="auto">
            <a:xfrm>
              <a:off x="869" y="2524"/>
              <a:ext cx="103" cy="95"/>
            </a:xfrm>
            <a:custGeom>
              <a:avLst/>
              <a:gdLst>
                <a:gd name="T0" fmla="*/ 61 w 281"/>
                <a:gd name="T1" fmla="*/ 230 h 259"/>
                <a:gd name="T2" fmla="*/ 140 w 281"/>
                <a:gd name="T3" fmla="*/ 259 h 259"/>
                <a:gd name="T4" fmla="*/ 152 w 281"/>
                <a:gd name="T5" fmla="*/ 258 h 259"/>
                <a:gd name="T6" fmla="*/ 237 w 281"/>
                <a:gd name="T7" fmla="*/ 212 h 259"/>
                <a:gd name="T8" fmla="*/ 219 w 281"/>
                <a:gd name="T9" fmla="*/ 33 h 259"/>
                <a:gd name="T10" fmla="*/ 124 w 281"/>
                <a:gd name="T11" fmla="*/ 5 h 259"/>
                <a:gd name="T12" fmla="*/ 38 w 281"/>
                <a:gd name="T13" fmla="*/ 56 h 259"/>
                <a:gd name="T14" fmla="*/ 61 w 281"/>
                <a:gd name="T15" fmla="*/ 23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1" h="259">
                  <a:moveTo>
                    <a:pt x="61" y="230"/>
                  </a:moveTo>
                  <a:cubicBezTo>
                    <a:pt x="83" y="248"/>
                    <a:pt x="111" y="259"/>
                    <a:pt x="140" y="259"/>
                  </a:cubicBezTo>
                  <a:cubicBezTo>
                    <a:pt x="144" y="259"/>
                    <a:pt x="148" y="258"/>
                    <a:pt x="152" y="258"/>
                  </a:cubicBezTo>
                  <a:cubicBezTo>
                    <a:pt x="185" y="255"/>
                    <a:pt x="216" y="238"/>
                    <a:pt x="237" y="212"/>
                  </a:cubicBezTo>
                  <a:cubicBezTo>
                    <a:pt x="281" y="158"/>
                    <a:pt x="273" y="77"/>
                    <a:pt x="219" y="33"/>
                  </a:cubicBezTo>
                  <a:cubicBezTo>
                    <a:pt x="193" y="11"/>
                    <a:pt x="159" y="0"/>
                    <a:pt x="124" y="5"/>
                  </a:cubicBezTo>
                  <a:cubicBezTo>
                    <a:pt x="90" y="10"/>
                    <a:pt x="58" y="28"/>
                    <a:pt x="38" y="56"/>
                  </a:cubicBezTo>
                  <a:cubicBezTo>
                    <a:pt x="0" y="111"/>
                    <a:pt x="10" y="187"/>
                    <a:pt x="61" y="2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63" name="任意多边形: 形状 462"/>
            <p:cNvSpPr/>
            <p:nvPr/>
          </p:nvSpPr>
          <p:spPr bwMode="auto">
            <a:xfrm>
              <a:off x="998" y="2629"/>
              <a:ext cx="101" cy="93"/>
            </a:xfrm>
            <a:custGeom>
              <a:avLst/>
              <a:gdLst>
                <a:gd name="T0" fmla="*/ 199 w 277"/>
                <a:gd name="T1" fmla="*/ 21 h 253"/>
                <a:gd name="T2" fmla="*/ 104 w 277"/>
                <a:gd name="T3" fmla="*/ 9 h 253"/>
                <a:gd name="T4" fmla="*/ 28 w 277"/>
                <a:gd name="T5" fmla="*/ 72 h 253"/>
                <a:gd name="T6" fmla="*/ 76 w 277"/>
                <a:gd name="T7" fmla="*/ 236 h 253"/>
                <a:gd name="T8" fmla="*/ 138 w 277"/>
                <a:gd name="T9" fmla="*/ 253 h 253"/>
                <a:gd name="T10" fmla="*/ 168 w 277"/>
                <a:gd name="T11" fmla="*/ 249 h 253"/>
                <a:gd name="T12" fmla="*/ 243 w 277"/>
                <a:gd name="T13" fmla="*/ 191 h 253"/>
                <a:gd name="T14" fmla="*/ 199 w 277"/>
                <a:gd name="T15" fmla="*/ 21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7" h="253">
                  <a:moveTo>
                    <a:pt x="199" y="21"/>
                  </a:moveTo>
                  <a:cubicBezTo>
                    <a:pt x="171" y="4"/>
                    <a:pt x="136" y="0"/>
                    <a:pt x="104" y="9"/>
                  </a:cubicBezTo>
                  <a:cubicBezTo>
                    <a:pt x="71" y="19"/>
                    <a:pt x="43" y="42"/>
                    <a:pt x="28" y="72"/>
                  </a:cubicBezTo>
                  <a:cubicBezTo>
                    <a:pt x="0" y="131"/>
                    <a:pt x="21" y="203"/>
                    <a:pt x="76" y="236"/>
                  </a:cubicBezTo>
                  <a:cubicBezTo>
                    <a:pt x="95" y="247"/>
                    <a:pt x="116" y="253"/>
                    <a:pt x="138" y="253"/>
                  </a:cubicBezTo>
                  <a:cubicBezTo>
                    <a:pt x="148" y="253"/>
                    <a:pt x="158" y="252"/>
                    <a:pt x="168" y="249"/>
                  </a:cubicBezTo>
                  <a:cubicBezTo>
                    <a:pt x="200" y="241"/>
                    <a:pt x="227" y="220"/>
                    <a:pt x="243" y="191"/>
                  </a:cubicBezTo>
                  <a:cubicBezTo>
                    <a:pt x="277" y="132"/>
                    <a:pt x="258" y="56"/>
                    <a:pt x="199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64" name="任意多边形: 形状 463"/>
            <p:cNvSpPr/>
            <p:nvPr/>
          </p:nvSpPr>
          <p:spPr bwMode="auto">
            <a:xfrm>
              <a:off x="1138" y="2711"/>
              <a:ext cx="98" cy="91"/>
            </a:xfrm>
            <a:custGeom>
              <a:avLst/>
              <a:gdLst>
                <a:gd name="T0" fmla="*/ 244 w 268"/>
                <a:gd name="T1" fmla="*/ 169 h 247"/>
                <a:gd name="T2" fmla="*/ 176 w 268"/>
                <a:gd name="T3" fmla="*/ 12 h 247"/>
                <a:gd name="T4" fmla="*/ 82 w 268"/>
                <a:gd name="T5" fmla="*/ 15 h 247"/>
                <a:gd name="T6" fmla="*/ 19 w 268"/>
                <a:gd name="T7" fmla="*/ 88 h 247"/>
                <a:gd name="T8" fmla="*/ 89 w 268"/>
                <a:gd name="T9" fmla="*/ 238 h 247"/>
                <a:gd name="T10" fmla="*/ 133 w 268"/>
                <a:gd name="T11" fmla="*/ 247 h 247"/>
                <a:gd name="T12" fmla="*/ 180 w 268"/>
                <a:gd name="T13" fmla="*/ 237 h 247"/>
                <a:gd name="T14" fmla="*/ 244 w 268"/>
                <a:gd name="T15" fmla="*/ 169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8" h="247">
                  <a:moveTo>
                    <a:pt x="244" y="169"/>
                  </a:moveTo>
                  <a:cubicBezTo>
                    <a:pt x="268" y="107"/>
                    <a:pt x="237" y="36"/>
                    <a:pt x="176" y="12"/>
                  </a:cubicBezTo>
                  <a:cubicBezTo>
                    <a:pt x="146" y="0"/>
                    <a:pt x="113" y="1"/>
                    <a:pt x="82" y="15"/>
                  </a:cubicBezTo>
                  <a:cubicBezTo>
                    <a:pt x="52" y="30"/>
                    <a:pt x="29" y="56"/>
                    <a:pt x="19" y="88"/>
                  </a:cubicBezTo>
                  <a:cubicBezTo>
                    <a:pt x="0" y="149"/>
                    <a:pt x="31" y="215"/>
                    <a:pt x="89" y="238"/>
                  </a:cubicBezTo>
                  <a:cubicBezTo>
                    <a:pt x="103" y="244"/>
                    <a:pt x="118" y="247"/>
                    <a:pt x="133" y="247"/>
                  </a:cubicBezTo>
                  <a:cubicBezTo>
                    <a:pt x="149" y="247"/>
                    <a:pt x="165" y="243"/>
                    <a:pt x="180" y="237"/>
                  </a:cubicBezTo>
                  <a:cubicBezTo>
                    <a:pt x="209" y="224"/>
                    <a:pt x="232" y="200"/>
                    <a:pt x="244" y="1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65" name="任意多边形: 形状 464"/>
            <p:cNvSpPr/>
            <p:nvPr/>
          </p:nvSpPr>
          <p:spPr bwMode="auto">
            <a:xfrm>
              <a:off x="1287" y="2769"/>
              <a:ext cx="93" cy="89"/>
            </a:xfrm>
            <a:custGeom>
              <a:avLst/>
              <a:gdLst>
                <a:gd name="T0" fmla="*/ 150 w 253"/>
                <a:gd name="T1" fmla="*/ 7 h 241"/>
                <a:gd name="T2" fmla="*/ 61 w 253"/>
                <a:gd name="T3" fmla="*/ 24 h 241"/>
                <a:gd name="T4" fmla="*/ 10 w 253"/>
                <a:gd name="T5" fmla="*/ 104 h 241"/>
                <a:gd name="T6" fmla="*/ 100 w 253"/>
                <a:gd name="T7" fmla="*/ 238 h 241"/>
                <a:gd name="T8" fmla="*/ 125 w 253"/>
                <a:gd name="T9" fmla="*/ 241 h 241"/>
                <a:gd name="T10" fmla="*/ 187 w 253"/>
                <a:gd name="T11" fmla="*/ 223 h 241"/>
                <a:gd name="T12" fmla="*/ 239 w 253"/>
                <a:gd name="T13" fmla="*/ 148 h 241"/>
                <a:gd name="T14" fmla="*/ 150 w 253"/>
                <a:gd name="T15" fmla="*/ 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3" h="241">
                  <a:moveTo>
                    <a:pt x="150" y="7"/>
                  </a:moveTo>
                  <a:cubicBezTo>
                    <a:pt x="119" y="0"/>
                    <a:pt x="88" y="6"/>
                    <a:pt x="61" y="24"/>
                  </a:cubicBezTo>
                  <a:cubicBezTo>
                    <a:pt x="33" y="43"/>
                    <a:pt x="15" y="72"/>
                    <a:pt x="10" y="104"/>
                  </a:cubicBezTo>
                  <a:cubicBezTo>
                    <a:pt x="0" y="165"/>
                    <a:pt x="40" y="224"/>
                    <a:pt x="100" y="238"/>
                  </a:cubicBezTo>
                  <a:cubicBezTo>
                    <a:pt x="108" y="240"/>
                    <a:pt x="117" y="241"/>
                    <a:pt x="125" y="241"/>
                  </a:cubicBezTo>
                  <a:cubicBezTo>
                    <a:pt x="147" y="241"/>
                    <a:pt x="168" y="235"/>
                    <a:pt x="187" y="223"/>
                  </a:cubicBezTo>
                  <a:cubicBezTo>
                    <a:pt x="213" y="206"/>
                    <a:pt x="232" y="179"/>
                    <a:pt x="239" y="148"/>
                  </a:cubicBezTo>
                  <a:cubicBezTo>
                    <a:pt x="253" y="84"/>
                    <a:pt x="213" y="21"/>
                    <a:pt x="15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66" name="任意多边形: 形状 465"/>
            <p:cNvSpPr/>
            <p:nvPr/>
          </p:nvSpPr>
          <p:spPr bwMode="auto">
            <a:xfrm>
              <a:off x="1443" y="2805"/>
              <a:ext cx="84" cy="85"/>
            </a:xfrm>
            <a:custGeom>
              <a:avLst/>
              <a:gdLst>
                <a:gd name="T0" fmla="*/ 121 w 229"/>
                <a:gd name="T1" fmla="*/ 2 h 233"/>
                <a:gd name="T2" fmla="*/ 38 w 229"/>
                <a:gd name="T3" fmla="*/ 32 h 233"/>
                <a:gd name="T4" fmla="*/ 0 w 229"/>
                <a:gd name="T5" fmla="*/ 117 h 233"/>
                <a:gd name="T6" fmla="*/ 106 w 229"/>
                <a:gd name="T7" fmla="*/ 233 h 233"/>
                <a:gd name="T8" fmla="*/ 114 w 229"/>
                <a:gd name="T9" fmla="*/ 233 h 233"/>
                <a:gd name="T10" fmla="*/ 188 w 229"/>
                <a:gd name="T11" fmla="*/ 205 h 233"/>
                <a:gd name="T12" fmla="*/ 227 w 229"/>
                <a:gd name="T13" fmla="*/ 125 h 233"/>
                <a:gd name="T14" fmla="*/ 199 w 229"/>
                <a:gd name="T15" fmla="*/ 42 h 233"/>
                <a:gd name="T16" fmla="*/ 121 w 229"/>
                <a:gd name="T17" fmla="*/ 2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233">
                  <a:moveTo>
                    <a:pt x="121" y="2"/>
                  </a:moveTo>
                  <a:cubicBezTo>
                    <a:pt x="90" y="0"/>
                    <a:pt x="61" y="11"/>
                    <a:pt x="38" y="32"/>
                  </a:cubicBezTo>
                  <a:cubicBezTo>
                    <a:pt x="14" y="54"/>
                    <a:pt x="0" y="85"/>
                    <a:pt x="0" y="117"/>
                  </a:cubicBezTo>
                  <a:cubicBezTo>
                    <a:pt x="0" y="178"/>
                    <a:pt x="46" y="229"/>
                    <a:pt x="106" y="233"/>
                  </a:cubicBezTo>
                  <a:cubicBezTo>
                    <a:pt x="109" y="233"/>
                    <a:pt x="111" y="233"/>
                    <a:pt x="114" y="233"/>
                  </a:cubicBezTo>
                  <a:cubicBezTo>
                    <a:pt x="141" y="233"/>
                    <a:pt x="167" y="223"/>
                    <a:pt x="188" y="205"/>
                  </a:cubicBezTo>
                  <a:cubicBezTo>
                    <a:pt x="211" y="185"/>
                    <a:pt x="225" y="157"/>
                    <a:pt x="227" y="125"/>
                  </a:cubicBezTo>
                  <a:cubicBezTo>
                    <a:pt x="229" y="95"/>
                    <a:pt x="219" y="65"/>
                    <a:pt x="199" y="42"/>
                  </a:cubicBezTo>
                  <a:cubicBezTo>
                    <a:pt x="179" y="18"/>
                    <a:pt x="151" y="4"/>
                    <a:pt x="12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67" name="任意多边形: 形状 466"/>
            <p:cNvSpPr/>
            <p:nvPr/>
          </p:nvSpPr>
          <p:spPr bwMode="auto">
            <a:xfrm>
              <a:off x="1597" y="2816"/>
              <a:ext cx="84" cy="83"/>
            </a:xfrm>
            <a:custGeom>
              <a:avLst/>
              <a:gdLst>
                <a:gd name="T0" fmla="*/ 105 w 229"/>
                <a:gd name="T1" fmla="*/ 3 h 227"/>
                <a:gd name="T2" fmla="*/ 28 w 229"/>
                <a:gd name="T3" fmla="*/ 44 h 227"/>
                <a:gd name="T4" fmla="*/ 4 w 229"/>
                <a:gd name="T5" fmla="*/ 131 h 227"/>
                <a:gd name="T6" fmla="*/ 114 w 229"/>
                <a:gd name="T7" fmla="*/ 227 h 227"/>
                <a:gd name="T8" fmla="*/ 123 w 229"/>
                <a:gd name="T9" fmla="*/ 227 h 227"/>
                <a:gd name="T10" fmla="*/ 224 w 229"/>
                <a:gd name="T11" fmla="*/ 106 h 227"/>
                <a:gd name="T12" fmla="*/ 185 w 229"/>
                <a:gd name="T13" fmla="*/ 28 h 227"/>
                <a:gd name="T14" fmla="*/ 105 w 229"/>
                <a:gd name="T15" fmla="*/ 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9" h="227">
                  <a:moveTo>
                    <a:pt x="105" y="3"/>
                  </a:moveTo>
                  <a:cubicBezTo>
                    <a:pt x="75" y="5"/>
                    <a:pt x="48" y="20"/>
                    <a:pt x="28" y="44"/>
                  </a:cubicBezTo>
                  <a:cubicBezTo>
                    <a:pt x="9" y="69"/>
                    <a:pt x="0" y="100"/>
                    <a:pt x="4" y="131"/>
                  </a:cubicBezTo>
                  <a:cubicBezTo>
                    <a:pt x="12" y="186"/>
                    <a:pt x="60" y="227"/>
                    <a:pt x="114" y="227"/>
                  </a:cubicBezTo>
                  <a:cubicBezTo>
                    <a:pt x="117" y="227"/>
                    <a:pt x="120" y="227"/>
                    <a:pt x="123" y="227"/>
                  </a:cubicBezTo>
                  <a:cubicBezTo>
                    <a:pt x="184" y="222"/>
                    <a:pt x="229" y="167"/>
                    <a:pt x="224" y="106"/>
                  </a:cubicBezTo>
                  <a:cubicBezTo>
                    <a:pt x="222" y="75"/>
                    <a:pt x="208" y="48"/>
                    <a:pt x="185" y="28"/>
                  </a:cubicBezTo>
                  <a:cubicBezTo>
                    <a:pt x="162" y="9"/>
                    <a:pt x="134" y="0"/>
                    <a:pt x="10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68" name="任意多边形: 形状 467"/>
            <p:cNvSpPr/>
            <p:nvPr/>
          </p:nvSpPr>
          <p:spPr bwMode="auto">
            <a:xfrm>
              <a:off x="1752" y="2804"/>
              <a:ext cx="84" cy="81"/>
            </a:xfrm>
            <a:custGeom>
              <a:avLst/>
              <a:gdLst>
                <a:gd name="T0" fmla="*/ 112 w 230"/>
                <a:gd name="T1" fmla="*/ 223 h 223"/>
                <a:gd name="T2" fmla="*/ 137 w 230"/>
                <a:gd name="T3" fmla="*/ 220 h 223"/>
                <a:gd name="T4" fmla="*/ 216 w 230"/>
                <a:gd name="T5" fmla="*/ 88 h 223"/>
                <a:gd name="T6" fmla="*/ 167 w 230"/>
                <a:gd name="T7" fmla="*/ 20 h 223"/>
                <a:gd name="T8" fmla="*/ 86 w 230"/>
                <a:gd name="T9" fmla="*/ 7 h 223"/>
                <a:gd name="T10" fmla="*/ 19 w 230"/>
                <a:gd name="T11" fmla="*/ 58 h 223"/>
                <a:gd name="T12" fmla="*/ 8 w 230"/>
                <a:gd name="T13" fmla="*/ 145 h 223"/>
                <a:gd name="T14" fmla="*/ 112 w 230"/>
                <a:gd name="T15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0" h="223">
                  <a:moveTo>
                    <a:pt x="112" y="223"/>
                  </a:moveTo>
                  <a:cubicBezTo>
                    <a:pt x="121" y="223"/>
                    <a:pt x="129" y="222"/>
                    <a:pt x="137" y="220"/>
                  </a:cubicBezTo>
                  <a:cubicBezTo>
                    <a:pt x="194" y="206"/>
                    <a:pt x="230" y="147"/>
                    <a:pt x="216" y="88"/>
                  </a:cubicBezTo>
                  <a:cubicBezTo>
                    <a:pt x="210" y="59"/>
                    <a:pt x="192" y="35"/>
                    <a:pt x="167" y="20"/>
                  </a:cubicBezTo>
                  <a:cubicBezTo>
                    <a:pt x="143" y="5"/>
                    <a:pt x="114" y="0"/>
                    <a:pt x="86" y="7"/>
                  </a:cubicBezTo>
                  <a:cubicBezTo>
                    <a:pt x="58" y="14"/>
                    <a:pt x="34" y="32"/>
                    <a:pt x="19" y="58"/>
                  </a:cubicBezTo>
                  <a:cubicBezTo>
                    <a:pt x="4" y="84"/>
                    <a:pt x="0" y="116"/>
                    <a:pt x="8" y="145"/>
                  </a:cubicBezTo>
                  <a:cubicBezTo>
                    <a:pt x="22" y="191"/>
                    <a:pt x="66" y="223"/>
                    <a:pt x="112" y="2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69" name="任意多边形: 形状 468"/>
            <p:cNvSpPr/>
            <p:nvPr/>
          </p:nvSpPr>
          <p:spPr bwMode="auto">
            <a:xfrm>
              <a:off x="1904" y="2769"/>
              <a:ext cx="83" cy="79"/>
            </a:xfrm>
            <a:custGeom>
              <a:avLst/>
              <a:gdLst>
                <a:gd name="T0" fmla="*/ 147 w 227"/>
                <a:gd name="T1" fmla="*/ 208 h 216"/>
                <a:gd name="T2" fmla="*/ 205 w 227"/>
                <a:gd name="T3" fmla="*/ 70 h 216"/>
                <a:gd name="T4" fmla="*/ 148 w 227"/>
                <a:gd name="T5" fmla="*/ 11 h 216"/>
                <a:gd name="T6" fmla="*/ 68 w 227"/>
                <a:gd name="T7" fmla="*/ 11 h 216"/>
                <a:gd name="T8" fmla="*/ 11 w 227"/>
                <a:gd name="T9" fmla="*/ 70 h 216"/>
                <a:gd name="T10" fmla="*/ 13 w 227"/>
                <a:gd name="T11" fmla="*/ 155 h 216"/>
                <a:gd name="T12" fmla="*/ 109 w 227"/>
                <a:gd name="T13" fmla="*/ 216 h 216"/>
                <a:gd name="T14" fmla="*/ 147 w 227"/>
                <a:gd name="T15" fmla="*/ 20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7" h="216">
                  <a:moveTo>
                    <a:pt x="147" y="208"/>
                  </a:moveTo>
                  <a:cubicBezTo>
                    <a:pt x="201" y="186"/>
                    <a:pt x="227" y="124"/>
                    <a:pt x="205" y="70"/>
                  </a:cubicBezTo>
                  <a:cubicBezTo>
                    <a:pt x="195" y="43"/>
                    <a:pt x="174" y="22"/>
                    <a:pt x="148" y="11"/>
                  </a:cubicBezTo>
                  <a:cubicBezTo>
                    <a:pt x="122" y="0"/>
                    <a:pt x="94" y="0"/>
                    <a:pt x="68" y="11"/>
                  </a:cubicBezTo>
                  <a:cubicBezTo>
                    <a:pt x="42" y="22"/>
                    <a:pt x="21" y="43"/>
                    <a:pt x="11" y="70"/>
                  </a:cubicBezTo>
                  <a:cubicBezTo>
                    <a:pt x="0" y="98"/>
                    <a:pt x="1" y="129"/>
                    <a:pt x="13" y="155"/>
                  </a:cubicBezTo>
                  <a:cubicBezTo>
                    <a:pt x="31" y="193"/>
                    <a:pt x="69" y="216"/>
                    <a:pt x="109" y="216"/>
                  </a:cubicBezTo>
                  <a:cubicBezTo>
                    <a:pt x="122" y="216"/>
                    <a:pt x="135" y="213"/>
                    <a:pt x="147" y="2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70" name="任意多边形: 形状 469"/>
            <p:cNvSpPr/>
            <p:nvPr/>
          </p:nvSpPr>
          <p:spPr bwMode="auto">
            <a:xfrm>
              <a:off x="2049" y="2711"/>
              <a:ext cx="82" cy="77"/>
            </a:xfrm>
            <a:custGeom>
              <a:avLst/>
              <a:gdLst>
                <a:gd name="T0" fmla="*/ 193 w 222"/>
                <a:gd name="T1" fmla="*/ 55 h 211"/>
                <a:gd name="T2" fmla="*/ 130 w 222"/>
                <a:gd name="T3" fmla="*/ 7 h 211"/>
                <a:gd name="T4" fmla="*/ 53 w 222"/>
                <a:gd name="T5" fmla="*/ 19 h 211"/>
                <a:gd name="T6" fmla="*/ 6 w 222"/>
                <a:gd name="T7" fmla="*/ 85 h 211"/>
                <a:gd name="T8" fmla="*/ 21 w 222"/>
                <a:gd name="T9" fmla="*/ 166 h 211"/>
                <a:gd name="T10" fmla="*/ 106 w 222"/>
                <a:gd name="T11" fmla="*/ 211 h 211"/>
                <a:gd name="T12" fmla="*/ 158 w 222"/>
                <a:gd name="T13" fmla="*/ 196 h 211"/>
                <a:gd name="T14" fmla="*/ 193 w 222"/>
                <a:gd name="T15" fmla="*/ 5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2" h="211">
                  <a:moveTo>
                    <a:pt x="193" y="55"/>
                  </a:moveTo>
                  <a:cubicBezTo>
                    <a:pt x="179" y="31"/>
                    <a:pt x="156" y="14"/>
                    <a:pt x="130" y="7"/>
                  </a:cubicBezTo>
                  <a:cubicBezTo>
                    <a:pt x="103" y="0"/>
                    <a:pt x="76" y="5"/>
                    <a:pt x="53" y="19"/>
                  </a:cubicBezTo>
                  <a:cubicBezTo>
                    <a:pt x="29" y="33"/>
                    <a:pt x="12" y="57"/>
                    <a:pt x="6" y="85"/>
                  </a:cubicBezTo>
                  <a:cubicBezTo>
                    <a:pt x="0" y="113"/>
                    <a:pt x="5" y="142"/>
                    <a:pt x="21" y="166"/>
                  </a:cubicBezTo>
                  <a:cubicBezTo>
                    <a:pt x="40" y="195"/>
                    <a:pt x="73" y="211"/>
                    <a:pt x="106" y="211"/>
                  </a:cubicBezTo>
                  <a:cubicBezTo>
                    <a:pt x="124" y="211"/>
                    <a:pt x="142" y="206"/>
                    <a:pt x="158" y="196"/>
                  </a:cubicBezTo>
                  <a:cubicBezTo>
                    <a:pt x="206" y="167"/>
                    <a:pt x="222" y="103"/>
                    <a:pt x="193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71" name="任意多边形: 形状 470"/>
            <p:cNvSpPr/>
            <p:nvPr/>
          </p:nvSpPr>
          <p:spPr bwMode="auto">
            <a:xfrm>
              <a:off x="2188" y="2630"/>
              <a:ext cx="77" cy="74"/>
            </a:xfrm>
            <a:custGeom>
              <a:avLst/>
              <a:gdLst>
                <a:gd name="T0" fmla="*/ 177 w 211"/>
                <a:gd name="T1" fmla="*/ 38 h 203"/>
                <a:gd name="T2" fmla="*/ 109 w 211"/>
                <a:gd name="T3" fmla="*/ 3 h 203"/>
                <a:gd name="T4" fmla="*/ 37 w 211"/>
                <a:gd name="T5" fmla="*/ 25 h 203"/>
                <a:gd name="T6" fmla="*/ 2 w 211"/>
                <a:gd name="T7" fmla="*/ 96 h 203"/>
                <a:gd name="T8" fmla="*/ 28 w 211"/>
                <a:gd name="T9" fmla="*/ 171 h 203"/>
                <a:gd name="T10" fmla="*/ 100 w 211"/>
                <a:gd name="T11" fmla="*/ 203 h 203"/>
                <a:gd name="T12" fmla="*/ 164 w 211"/>
                <a:gd name="T13" fmla="*/ 180 h 203"/>
                <a:gd name="T14" fmla="*/ 177 w 211"/>
                <a:gd name="T15" fmla="*/ 3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1" h="203">
                  <a:moveTo>
                    <a:pt x="177" y="38"/>
                  </a:moveTo>
                  <a:cubicBezTo>
                    <a:pt x="160" y="18"/>
                    <a:pt x="136" y="5"/>
                    <a:pt x="109" y="3"/>
                  </a:cubicBezTo>
                  <a:cubicBezTo>
                    <a:pt x="83" y="0"/>
                    <a:pt x="57" y="8"/>
                    <a:pt x="37" y="25"/>
                  </a:cubicBezTo>
                  <a:cubicBezTo>
                    <a:pt x="16" y="43"/>
                    <a:pt x="4" y="69"/>
                    <a:pt x="2" y="96"/>
                  </a:cubicBezTo>
                  <a:cubicBezTo>
                    <a:pt x="0" y="124"/>
                    <a:pt x="10" y="152"/>
                    <a:pt x="28" y="171"/>
                  </a:cubicBezTo>
                  <a:cubicBezTo>
                    <a:pt x="47" y="192"/>
                    <a:pt x="74" y="203"/>
                    <a:pt x="100" y="203"/>
                  </a:cubicBezTo>
                  <a:cubicBezTo>
                    <a:pt x="123" y="203"/>
                    <a:pt x="146" y="195"/>
                    <a:pt x="164" y="180"/>
                  </a:cubicBezTo>
                  <a:cubicBezTo>
                    <a:pt x="206" y="144"/>
                    <a:pt x="211" y="81"/>
                    <a:pt x="177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72" name="任意多边形: 形状 471"/>
            <p:cNvSpPr/>
            <p:nvPr/>
          </p:nvSpPr>
          <p:spPr bwMode="auto">
            <a:xfrm>
              <a:off x="2314" y="2526"/>
              <a:ext cx="75" cy="72"/>
            </a:xfrm>
            <a:custGeom>
              <a:avLst/>
              <a:gdLst>
                <a:gd name="T0" fmla="*/ 39 w 205"/>
                <a:gd name="T1" fmla="*/ 176 h 197"/>
                <a:gd name="T2" fmla="*/ 97 w 205"/>
                <a:gd name="T3" fmla="*/ 197 h 197"/>
                <a:gd name="T4" fmla="*/ 170 w 205"/>
                <a:gd name="T5" fmla="*/ 163 h 197"/>
                <a:gd name="T6" fmla="*/ 161 w 205"/>
                <a:gd name="T7" fmla="*/ 26 h 197"/>
                <a:gd name="T8" fmla="*/ 91 w 205"/>
                <a:gd name="T9" fmla="*/ 2 h 197"/>
                <a:gd name="T10" fmla="*/ 25 w 205"/>
                <a:gd name="T11" fmla="*/ 35 h 197"/>
                <a:gd name="T12" fmla="*/ 2 w 205"/>
                <a:gd name="T13" fmla="*/ 109 h 197"/>
                <a:gd name="T14" fmla="*/ 39 w 205"/>
                <a:gd name="T15" fmla="*/ 176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5" h="197">
                  <a:moveTo>
                    <a:pt x="39" y="176"/>
                  </a:moveTo>
                  <a:cubicBezTo>
                    <a:pt x="56" y="190"/>
                    <a:pt x="77" y="197"/>
                    <a:pt x="97" y="197"/>
                  </a:cubicBezTo>
                  <a:cubicBezTo>
                    <a:pt x="124" y="197"/>
                    <a:pt x="152" y="185"/>
                    <a:pt x="170" y="163"/>
                  </a:cubicBezTo>
                  <a:cubicBezTo>
                    <a:pt x="205" y="123"/>
                    <a:pt x="201" y="61"/>
                    <a:pt x="161" y="26"/>
                  </a:cubicBezTo>
                  <a:cubicBezTo>
                    <a:pt x="142" y="8"/>
                    <a:pt x="117" y="0"/>
                    <a:pt x="91" y="2"/>
                  </a:cubicBezTo>
                  <a:cubicBezTo>
                    <a:pt x="65" y="4"/>
                    <a:pt x="42" y="15"/>
                    <a:pt x="25" y="35"/>
                  </a:cubicBezTo>
                  <a:cubicBezTo>
                    <a:pt x="8" y="55"/>
                    <a:pt x="0" y="82"/>
                    <a:pt x="2" y="109"/>
                  </a:cubicBezTo>
                  <a:cubicBezTo>
                    <a:pt x="5" y="136"/>
                    <a:pt x="18" y="160"/>
                    <a:pt x="39" y="1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73" name="任意多边形: 形状 472"/>
            <p:cNvSpPr/>
            <p:nvPr/>
          </p:nvSpPr>
          <p:spPr bwMode="auto">
            <a:xfrm>
              <a:off x="2424" y="2401"/>
              <a:ext cx="73" cy="70"/>
            </a:xfrm>
            <a:custGeom>
              <a:avLst/>
              <a:gdLst>
                <a:gd name="T0" fmla="*/ 51 w 202"/>
                <a:gd name="T1" fmla="*/ 181 h 193"/>
                <a:gd name="T2" fmla="*/ 95 w 202"/>
                <a:gd name="T3" fmla="*/ 193 h 193"/>
                <a:gd name="T4" fmla="*/ 175 w 202"/>
                <a:gd name="T5" fmla="*/ 148 h 193"/>
                <a:gd name="T6" fmla="*/ 146 w 202"/>
                <a:gd name="T7" fmla="*/ 18 h 193"/>
                <a:gd name="T8" fmla="*/ 75 w 202"/>
                <a:gd name="T9" fmla="*/ 6 h 193"/>
                <a:gd name="T10" fmla="*/ 17 w 202"/>
                <a:gd name="T11" fmla="*/ 48 h 193"/>
                <a:gd name="T12" fmla="*/ 6 w 202"/>
                <a:gd name="T13" fmla="*/ 123 h 193"/>
                <a:gd name="T14" fmla="*/ 51 w 202"/>
                <a:gd name="T15" fmla="*/ 181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2" h="193">
                  <a:moveTo>
                    <a:pt x="51" y="181"/>
                  </a:moveTo>
                  <a:cubicBezTo>
                    <a:pt x="65" y="189"/>
                    <a:pt x="80" y="193"/>
                    <a:pt x="95" y="193"/>
                  </a:cubicBezTo>
                  <a:cubicBezTo>
                    <a:pt x="127" y="193"/>
                    <a:pt x="158" y="177"/>
                    <a:pt x="175" y="148"/>
                  </a:cubicBezTo>
                  <a:cubicBezTo>
                    <a:pt x="202" y="104"/>
                    <a:pt x="189" y="45"/>
                    <a:pt x="146" y="18"/>
                  </a:cubicBezTo>
                  <a:cubicBezTo>
                    <a:pt x="125" y="4"/>
                    <a:pt x="100" y="0"/>
                    <a:pt x="75" y="6"/>
                  </a:cubicBezTo>
                  <a:cubicBezTo>
                    <a:pt x="51" y="12"/>
                    <a:pt x="30" y="27"/>
                    <a:pt x="17" y="48"/>
                  </a:cubicBezTo>
                  <a:cubicBezTo>
                    <a:pt x="4" y="70"/>
                    <a:pt x="0" y="97"/>
                    <a:pt x="6" y="123"/>
                  </a:cubicBezTo>
                  <a:cubicBezTo>
                    <a:pt x="13" y="148"/>
                    <a:pt x="29" y="169"/>
                    <a:pt x="51" y="1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74" name="任意多边形: 形状 473"/>
            <p:cNvSpPr/>
            <p:nvPr/>
          </p:nvSpPr>
          <p:spPr bwMode="auto">
            <a:xfrm>
              <a:off x="2512" y="2264"/>
              <a:ext cx="71" cy="68"/>
            </a:xfrm>
            <a:custGeom>
              <a:avLst/>
              <a:gdLst>
                <a:gd name="T0" fmla="*/ 62 w 195"/>
                <a:gd name="T1" fmla="*/ 181 h 186"/>
                <a:gd name="T2" fmla="*/ 91 w 195"/>
                <a:gd name="T3" fmla="*/ 186 h 186"/>
                <a:gd name="T4" fmla="*/ 176 w 195"/>
                <a:gd name="T5" fmla="*/ 130 h 186"/>
                <a:gd name="T6" fmla="*/ 128 w 195"/>
                <a:gd name="T7" fmla="*/ 10 h 186"/>
                <a:gd name="T8" fmla="*/ 59 w 195"/>
                <a:gd name="T9" fmla="*/ 9 h 186"/>
                <a:gd name="T10" fmla="*/ 9 w 195"/>
                <a:gd name="T11" fmla="*/ 59 h 186"/>
                <a:gd name="T12" fmla="*/ 10 w 195"/>
                <a:gd name="T13" fmla="*/ 132 h 186"/>
                <a:gd name="T14" fmla="*/ 62 w 195"/>
                <a:gd name="T15" fmla="*/ 18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" h="186">
                  <a:moveTo>
                    <a:pt x="62" y="181"/>
                  </a:moveTo>
                  <a:cubicBezTo>
                    <a:pt x="72" y="185"/>
                    <a:pt x="81" y="186"/>
                    <a:pt x="91" y="186"/>
                  </a:cubicBezTo>
                  <a:cubicBezTo>
                    <a:pt x="127" y="186"/>
                    <a:pt x="161" y="165"/>
                    <a:pt x="176" y="130"/>
                  </a:cubicBezTo>
                  <a:cubicBezTo>
                    <a:pt x="195" y="83"/>
                    <a:pt x="173" y="29"/>
                    <a:pt x="128" y="10"/>
                  </a:cubicBezTo>
                  <a:cubicBezTo>
                    <a:pt x="106" y="0"/>
                    <a:pt x="81" y="0"/>
                    <a:pt x="59" y="9"/>
                  </a:cubicBezTo>
                  <a:cubicBezTo>
                    <a:pt x="36" y="19"/>
                    <a:pt x="18" y="36"/>
                    <a:pt x="9" y="59"/>
                  </a:cubicBezTo>
                  <a:cubicBezTo>
                    <a:pt x="0" y="82"/>
                    <a:pt x="0" y="109"/>
                    <a:pt x="10" y="132"/>
                  </a:cubicBezTo>
                  <a:cubicBezTo>
                    <a:pt x="20" y="155"/>
                    <a:pt x="39" y="173"/>
                    <a:pt x="62" y="1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75" name="任意多边形: 形状 474"/>
            <p:cNvSpPr/>
            <p:nvPr/>
          </p:nvSpPr>
          <p:spPr bwMode="auto">
            <a:xfrm>
              <a:off x="2576" y="2118"/>
              <a:ext cx="68" cy="66"/>
            </a:xfrm>
            <a:custGeom>
              <a:avLst/>
              <a:gdLst>
                <a:gd name="T0" fmla="*/ 175 w 187"/>
                <a:gd name="T1" fmla="*/ 113 h 181"/>
                <a:gd name="T2" fmla="*/ 112 w 187"/>
                <a:gd name="T3" fmla="*/ 6 h 181"/>
                <a:gd name="T4" fmla="*/ 46 w 187"/>
                <a:gd name="T5" fmla="*/ 16 h 181"/>
                <a:gd name="T6" fmla="*/ 6 w 187"/>
                <a:gd name="T7" fmla="*/ 71 h 181"/>
                <a:gd name="T8" fmla="*/ 18 w 187"/>
                <a:gd name="T9" fmla="*/ 141 h 181"/>
                <a:gd name="T10" fmla="*/ 74 w 187"/>
                <a:gd name="T11" fmla="*/ 180 h 181"/>
                <a:gd name="T12" fmla="*/ 90 w 187"/>
                <a:gd name="T13" fmla="*/ 181 h 181"/>
                <a:gd name="T14" fmla="*/ 175 w 187"/>
                <a:gd name="T15" fmla="*/ 113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7" h="181">
                  <a:moveTo>
                    <a:pt x="175" y="113"/>
                  </a:moveTo>
                  <a:cubicBezTo>
                    <a:pt x="187" y="66"/>
                    <a:pt x="158" y="18"/>
                    <a:pt x="112" y="6"/>
                  </a:cubicBezTo>
                  <a:cubicBezTo>
                    <a:pt x="89" y="0"/>
                    <a:pt x="66" y="4"/>
                    <a:pt x="46" y="16"/>
                  </a:cubicBezTo>
                  <a:cubicBezTo>
                    <a:pt x="25" y="28"/>
                    <a:pt x="11" y="48"/>
                    <a:pt x="6" y="71"/>
                  </a:cubicBezTo>
                  <a:cubicBezTo>
                    <a:pt x="0" y="95"/>
                    <a:pt x="4" y="120"/>
                    <a:pt x="18" y="141"/>
                  </a:cubicBezTo>
                  <a:cubicBezTo>
                    <a:pt x="31" y="161"/>
                    <a:pt x="51" y="175"/>
                    <a:pt x="74" y="180"/>
                  </a:cubicBezTo>
                  <a:cubicBezTo>
                    <a:pt x="79" y="181"/>
                    <a:pt x="85" y="181"/>
                    <a:pt x="90" y="181"/>
                  </a:cubicBezTo>
                  <a:cubicBezTo>
                    <a:pt x="129" y="181"/>
                    <a:pt x="166" y="153"/>
                    <a:pt x="175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76" name="任意多边形: 形状 475"/>
            <p:cNvSpPr/>
            <p:nvPr/>
          </p:nvSpPr>
          <p:spPr bwMode="auto">
            <a:xfrm>
              <a:off x="2618" y="1966"/>
              <a:ext cx="64" cy="64"/>
            </a:xfrm>
            <a:custGeom>
              <a:avLst/>
              <a:gdLst>
                <a:gd name="T0" fmla="*/ 171 w 175"/>
                <a:gd name="T1" fmla="*/ 95 h 174"/>
                <a:gd name="T2" fmla="*/ 94 w 175"/>
                <a:gd name="T3" fmla="*/ 2 h 174"/>
                <a:gd name="T4" fmla="*/ 33 w 175"/>
                <a:gd name="T5" fmla="*/ 22 h 174"/>
                <a:gd name="T6" fmla="*/ 2 w 175"/>
                <a:gd name="T7" fmla="*/ 81 h 174"/>
                <a:gd name="T8" fmla="*/ 24 w 175"/>
                <a:gd name="T9" fmla="*/ 145 h 174"/>
                <a:gd name="T10" fmla="*/ 84 w 175"/>
                <a:gd name="T11" fmla="*/ 174 h 174"/>
                <a:gd name="T12" fmla="*/ 171 w 175"/>
                <a:gd name="T13" fmla="*/ 9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5" h="174">
                  <a:moveTo>
                    <a:pt x="171" y="95"/>
                  </a:moveTo>
                  <a:cubicBezTo>
                    <a:pt x="175" y="48"/>
                    <a:pt x="140" y="6"/>
                    <a:pt x="94" y="2"/>
                  </a:cubicBezTo>
                  <a:cubicBezTo>
                    <a:pt x="72" y="0"/>
                    <a:pt x="50" y="7"/>
                    <a:pt x="33" y="22"/>
                  </a:cubicBezTo>
                  <a:cubicBezTo>
                    <a:pt x="15" y="36"/>
                    <a:pt x="4" y="58"/>
                    <a:pt x="2" y="81"/>
                  </a:cubicBezTo>
                  <a:cubicBezTo>
                    <a:pt x="0" y="104"/>
                    <a:pt x="8" y="128"/>
                    <a:pt x="24" y="145"/>
                  </a:cubicBezTo>
                  <a:cubicBezTo>
                    <a:pt x="40" y="163"/>
                    <a:pt x="61" y="174"/>
                    <a:pt x="84" y="174"/>
                  </a:cubicBezTo>
                  <a:cubicBezTo>
                    <a:pt x="130" y="174"/>
                    <a:pt x="167" y="139"/>
                    <a:pt x="171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77" name="任意多边形: 形状 476"/>
            <p:cNvSpPr/>
            <p:nvPr/>
          </p:nvSpPr>
          <p:spPr bwMode="auto">
            <a:xfrm>
              <a:off x="2637" y="1811"/>
              <a:ext cx="61" cy="61"/>
            </a:xfrm>
            <a:custGeom>
              <a:avLst/>
              <a:gdLst>
                <a:gd name="T0" fmla="*/ 137 w 168"/>
                <a:gd name="T1" fmla="*/ 21 h 167"/>
                <a:gd name="T2" fmla="*/ 79 w 168"/>
                <a:gd name="T3" fmla="*/ 1 h 167"/>
                <a:gd name="T4" fmla="*/ 3 w 168"/>
                <a:gd name="T5" fmla="*/ 90 h 167"/>
                <a:gd name="T6" fmla="*/ 33 w 168"/>
                <a:gd name="T7" fmla="*/ 148 h 167"/>
                <a:gd name="T8" fmla="*/ 85 w 168"/>
                <a:gd name="T9" fmla="*/ 167 h 167"/>
                <a:gd name="T10" fmla="*/ 94 w 168"/>
                <a:gd name="T11" fmla="*/ 167 h 167"/>
                <a:gd name="T12" fmla="*/ 165 w 168"/>
                <a:gd name="T13" fmla="*/ 78 h 167"/>
                <a:gd name="T14" fmla="*/ 137 w 168"/>
                <a:gd name="T15" fmla="*/ 2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67">
                  <a:moveTo>
                    <a:pt x="137" y="21"/>
                  </a:moveTo>
                  <a:cubicBezTo>
                    <a:pt x="121" y="7"/>
                    <a:pt x="101" y="0"/>
                    <a:pt x="79" y="1"/>
                  </a:cubicBezTo>
                  <a:cubicBezTo>
                    <a:pt x="34" y="4"/>
                    <a:pt x="0" y="44"/>
                    <a:pt x="3" y="90"/>
                  </a:cubicBezTo>
                  <a:cubicBezTo>
                    <a:pt x="4" y="112"/>
                    <a:pt x="15" y="134"/>
                    <a:pt x="33" y="148"/>
                  </a:cubicBezTo>
                  <a:cubicBezTo>
                    <a:pt x="48" y="161"/>
                    <a:pt x="66" y="167"/>
                    <a:pt x="85" y="167"/>
                  </a:cubicBezTo>
                  <a:cubicBezTo>
                    <a:pt x="88" y="167"/>
                    <a:pt x="91" y="167"/>
                    <a:pt x="94" y="167"/>
                  </a:cubicBezTo>
                  <a:cubicBezTo>
                    <a:pt x="136" y="161"/>
                    <a:pt x="168" y="122"/>
                    <a:pt x="165" y="78"/>
                  </a:cubicBezTo>
                  <a:cubicBezTo>
                    <a:pt x="164" y="56"/>
                    <a:pt x="154" y="36"/>
                    <a:pt x="137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78" name="任意多边形: 形状 477"/>
            <p:cNvSpPr/>
            <p:nvPr/>
          </p:nvSpPr>
          <p:spPr bwMode="auto">
            <a:xfrm>
              <a:off x="2631" y="1654"/>
              <a:ext cx="63" cy="59"/>
            </a:xfrm>
            <a:custGeom>
              <a:avLst/>
              <a:gdLst>
                <a:gd name="T0" fmla="*/ 9 w 172"/>
                <a:gd name="T1" fmla="*/ 100 h 163"/>
                <a:gd name="T2" fmla="*/ 46 w 172"/>
                <a:gd name="T3" fmla="*/ 151 h 163"/>
                <a:gd name="T4" fmla="*/ 87 w 172"/>
                <a:gd name="T5" fmla="*/ 163 h 163"/>
                <a:gd name="T6" fmla="*/ 107 w 172"/>
                <a:gd name="T7" fmla="*/ 160 h 163"/>
                <a:gd name="T8" fmla="*/ 163 w 172"/>
                <a:gd name="T9" fmla="*/ 65 h 163"/>
                <a:gd name="T10" fmla="*/ 128 w 172"/>
                <a:gd name="T11" fmla="*/ 15 h 163"/>
                <a:gd name="T12" fmla="*/ 69 w 172"/>
                <a:gd name="T13" fmla="*/ 5 h 163"/>
                <a:gd name="T14" fmla="*/ 9 w 172"/>
                <a:gd name="T15" fmla="*/ 10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2" h="163">
                  <a:moveTo>
                    <a:pt x="9" y="100"/>
                  </a:moveTo>
                  <a:cubicBezTo>
                    <a:pt x="14" y="121"/>
                    <a:pt x="27" y="140"/>
                    <a:pt x="46" y="151"/>
                  </a:cubicBezTo>
                  <a:cubicBezTo>
                    <a:pt x="59" y="159"/>
                    <a:pt x="73" y="163"/>
                    <a:pt x="87" y="163"/>
                  </a:cubicBezTo>
                  <a:cubicBezTo>
                    <a:pt x="94" y="163"/>
                    <a:pt x="101" y="162"/>
                    <a:pt x="107" y="160"/>
                  </a:cubicBezTo>
                  <a:cubicBezTo>
                    <a:pt x="147" y="149"/>
                    <a:pt x="172" y="106"/>
                    <a:pt x="163" y="65"/>
                  </a:cubicBezTo>
                  <a:cubicBezTo>
                    <a:pt x="158" y="44"/>
                    <a:pt x="146" y="26"/>
                    <a:pt x="128" y="15"/>
                  </a:cubicBezTo>
                  <a:cubicBezTo>
                    <a:pt x="110" y="4"/>
                    <a:pt x="90" y="0"/>
                    <a:pt x="69" y="5"/>
                  </a:cubicBezTo>
                  <a:cubicBezTo>
                    <a:pt x="27" y="14"/>
                    <a:pt x="0" y="57"/>
                    <a:pt x="9" y="1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79" name="任意多边形: 形状 478"/>
            <p:cNvSpPr/>
            <p:nvPr/>
          </p:nvSpPr>
          <p:spPr bwMode="auto">
            <a:xfrm>
              <a:off x="2603" y="1500"/>
              <a:ext cx="63" cy="57"/>
            </a:xfrm>
            <a:custGeom>
              <a:avLst/>
              <a:gdLst>
                <a:gd name="T0" fmla="*/ 58 w 171"/>
                <a:gd name="T1" fmla="*/ 7 h 156"/>
                <a:gd name="T2" fmla="*/ 15 w 171"/>
                <a:gd name="T3" fmla="*/ 107 h 156"/>
                <a:gd name="T4" fmla="*/ 58 w 171"/>
                <a:gd name="T5" fmla="*/ 151 h 156"/>
                <a:gd name="T6" fmla="*/ 87 w 171"/>
                <a:gd name="T7" fmla="*/ 156 h 156"/>
                <a:gd name="T8" fmla="*/ 117 w 171"/>
                <a:gd name="T9" fmla="*/ 150 h 156"/>
                <a:gd name="T10" fmla="*/ 157 w 171"/>
                <a:gd name="T11" fmla="*/ 51 h 156"/>
                <a:gd name="T12" fmla="*/ 116 w 171"/>
                <a:gd name="T13" fmla="*/ 8 h 156"/>
                <a:gd name="T14" fmla="*/ 58 w 171"/>
                <a:gd name="T15" fmla="*/ 7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1" h="156">
                  <a:moveTo>
                    <a:pt x="58" y="7"/>
                  </a:moveTo>
                  <a:cubicBezTo>
                    <a:pt x="19" y="23"/>
                    <a:pt x="0" y="68"/>
                    <a:pt x="15" y="107"/>
                  </a:cubicBezTo>
                  <a:cubicBezTo>
                    <a:pt x="23" y="127"/>
                    <a:pt x="38" y="143"/>
                    <a:pt x="58" y="151"/>
                  </a:cubicBezTo>
                  <a:cubicBezTo>
                    <a:pt x="67" y="154"/>
                    <a:pt x="77" y="156"/>
                    <a:pt x="87" y="156"/>
                  </a:cubicBezTo>
                  <a:cubicBezTo>
                    <a:pt x="97" y="156"/>
                    <a:pt x="108" y="154"/>
                    <a:pt x="117" y="150"/>
                  </a:cubicBezTo>
                  <a:cubicBezTo>
                    <a:pt x="154" y="133"/>
                    <a:pt x="171" y="89"/>
                    <a:pt x="157" y="51"/>
                  </a:cubicBezTo>
                  <a:cubicBezTo>
                    <a:pt x="149" y="32"/>
                    <a:pt x="135" y="17"/>
                    <a:pt x="116" y="8"/>
                  </a:cubicBezTo>
                  <a:cubicBezTo>
                    <a:pt x="98" y="0"/>
                    <a:pt x="77" y="0"/>
                    <a:pt x="58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80" name="任意多边形: 形状 479"/>
            <p:cNvSpPr/>
            <p:nvPr/>
          </p:nvSpPr>
          <p:spPr bwMode="auto">
            <a:xfrm>
              <a:off x="2554" y="1351"/>
              <a:ext cx="60" cy="54"/>
            </a:xfrm>
            <a:custGeom>
              <a:avLst/>
              <a:gdLst>
                <a:gd name="T0" fmla="*/ 67 w 165"/>
                <a:gd name="T1" fmla="*/ 148 h 150"/>
                <a:gd name="T2" fmla="*/ 83 w 165"/>
                <a:gd name="T3" fmla="*/ 150 h 150"/>
                <a:gd name="T4" fmla="*/ 123 w 165"/>
                <a:gd name="T5" fmla="*/ 138 h 150"/>
                <a:gd name="T6" fmla="*/ 146 w 165"/>
                <a:gd name="T7" fmla="*/ 39 h 150"/>
                <a:gd name="T8" fmla="*/ 101 w 165"/>
                <a:gd name="T9" fmla="*/ 5 h 150"/>
                <a:gd name="T10" fmla="*/ 46 w 165"/>
                <a:gd name="T11" fmla="*/ 12 h 150"/>
                <a:gd name="T12" fmla="*/ 20 w 165"/>
                <a:gd name="T13" fmla="*/ 114 h 150"/>
                <a:gd name="T14" fmla="*/ 67 w 165"/>
                <a:gd name="T15" fmla="*/ 148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150">
                  <a:moveTo>
                    <a:pt x="67" y="148"/>
                  </a:moveTo>
                  <a:cubicBezTo>
                    <a:pt x="72" y="150"/>
                    <a:pt x="78" y="150"/>
                    <a:pt x="83" y="150"/>
                  </a:cubicBezTo>
                  <a:cubicBezTo>
                    <a:pt x="97" y="150"/>
                    <a:pt x="111" y="146"/>
                    <a:pt x="123" y="138"/>
                  </a:cubicBezTo>
                  <a:cubicBezTo>
                    <a:pt x="155" y="117"/>
                    <a:pt x="165" y="73"/>
                    <a:pt x="146" y="39"/>
                  </a:cubicBezTo>
                  <a:cubicBezTo>
                    <a:pt x="136" y="22"/>
                    <a:pt x="120" y="9"/>
                    <a:pt x="101" y="5"/>
                  </a:cubicBezTo>
                  <a:cubicBezTo>
                    <a:pt x="82" y="0"/>
                    <a:pt x="63" y="2"/>
                    <a:pt x="46" y="12"/>
                  </a:cubicBezTo>
                  <a:cubicBezTo>
                    <a:pt x="11" y="33"/>
                    <a:pt x="0" y="79"/>
                    <a:pt x="20" y="114"/>
                  </a:cubicBezTo>
                  <a:cubicBezTo>
                    <a:pt x="30" y="131"/>
                    <a:pt x="47" y="144"/>
                    <a:pt x="67" y="1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81" name="任意多边形: 形状 480"/>
            <p:cNvSpPr/>
            <p:nvPr/>
          </p:nvSpPr>
          <p:spPr bwMode="auto">
            <a:xfrm>
              <a:off x="2483" y="1209"/>
              <a:ext cx="57" cy="53"/>
            </a:xfrm>
            <a:custGeom>
              <a:avLst/>
              <a:gdLst>
                <a:gd name="T0" fmla="*/ 85 w 156"/>
                <a:gd name="T1" fmla="*/ 2 h 144"/>
                <a:gd name="T2" fmla="*/ 34 w 156"/>
                <a:gd name="T3" fmla="*/ 18 h 144"/>
                <a:gd name="T4" fmla="*/ 24 w 156"/>
                <a:gd name="T5" fmla="*/ 118 h 144"/>
                <a:gd name="T6" fmla="*/ 73 w 156"/>
                <a:gd name="T7" fmla="*/ 143 h 144"/>
                <a:gd name="T8" fmla="*/ 78 w 156"/>
                <a:gd name="T9" fmla="*/ 144 h 144"/>
                <a:gd name="T10" fmla="*/ 126 w 156"/>
                <a:gd name="T11" fmla="*/ 125 h 144"/>
                <a:gd name="T12" fmla="*/ 132 w 156"/>
                <a:gd name="T13" fmla="*/ 27 h 144"/>
                <a:gd name="T14" fmla="*/ 85 w 156"/>
                <a:gd name="T15" fmla="*/ 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6" h="144">
                  <a:moveTo>
                    <a:pt x="85" y="2"/>
                  </a:moveTo>
                  <a:cubicBezTo>
                    <a:pt x="66" y="0"/>
                    <a:pt x="48" y="6"/>
                    <a:pt x="34" y="18"/>
                  </a:cubicBezTo>
                  <a:cubicBezTo>
                    <a:pt x="4" y="43"/>
                    <a:pt x="0" y="88"/>
                    <a:pt x="24" y="118"/>
                  </a:cubicBezTo>
                  <a:cubicBezTo>
                    <a:pt x="36" y="133"/>
                    <a:pt x="54" y="142"/>
                    <a:pt x="73" y="143"/>
                  </a:cubicBezTo>
                  <a:cubicBezTo>
                    <a:pt x="75" y="144"/>
                    <a:pt x="77" y="144"/>
                    <a:pt x="78" y="144"/>
                  </a:cubicBezTo>
                  <a:cubicBezTo>
                    <a:pt x="96" y="144"/>
                    <a:pt x="113" y="137"/>
                    <a:pt x="126" y="125"/>
                  </a:cubicBezTo>
                  <a:cubicBezTo>
                    <a:pt x="153" y="100"/>
                    <a:pt x="156" y="56"/>
                    <a:pt x="132" y="27"/>
                  </a:cubicBezTo>
                  <a:cubicBezTo>
                    <a:pt x="120" y="13"/>
                    <a:pt x="103" y="4"/>
                    <a:pt x="8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82" name="任意多边形: 形状 481"/>
            <p:cNvSpPr/>
            <p:nvPr/>
          </p:nvSpPr>
          <p:spPr bwMode="auto">
            <a:xfrm>
              <a:off x="2388" y="1079"/>
              <a:ext cx="55" cy="50"/>
            </a:xfrm>
            <a:custGeom>
              <a:avLst/>
              <a:gdLst>
                <a:gd name="T0" fmla="*/ 31 w 150"/>
                <a:gd name="T1" fmla="*/ 120 h 137"/>
                <a:gd name="T2" fmla="*/ 75 w 150"/>
                <a:gd name="T3" fmla="*/ 137 h 137"/>
                <a:gd name="T4" fmla="*/ 81 w 150"/>
                <a:gd name="T5" fmla="*/ 137 h 137"/>
                <a:gd name="T6" fmla="*/ 128 w 150"/>
                <a:gd name="T7" fmla="*/ 111 h 137"/>
                <a:gd name="T8" fmla="*/ 119 w 150"/>
                <a:gd name="T9" fmla="*/ 18 h 137"/>
                <a:gd name="T10" fmla="*/ 70 w 150"/>
                <a:gd name="T11" fmla="*/ 1 h 137"/>
                <a:gd name="T12" fmla="*/ 24 w 150"/>
                <a:gd name="T13" fmla="*/ 24 h 137"/>
                <a:gd name="T14" fmla="*/ 31 w 150"/>
                <a:gd name="T15" fmla="*/ 12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" h="137">
                  <a:moveTo>
                    <a:pt x="31" y="120"/>
                  </a:moveTo>
                  <a:cubicBezTo>
                    <a:pt x="43" y="131"/>
                    <a:pt x="59" y="137"/>
                    <a:pt x="75" y="137"/>
                  </a:cubicBezTo>
                  <a:cubicBezTo>
                    <a:pt x="77" y="137"/>
                    <a:pt x="79" y="137"/>
                    <a:pt x="81" y="137"/>
                  </a:cubicBezTo>
                  <a:cubicBezTo>
                    <a:pt x="99" y="135"/>
                    <a:pt x="116" y="126"/>
                    <a:pt x="128" y="111"/>
                  </a:cubicBezTo>
                  <a:cubicBezTo>
                    <a:pt x="150" y="83"/>
                    <a:pt x="146" y="41"/>
                    <a:pt x="119" y="18"/>
                  </a:cubicBezTo>
                  <a:cubicBezTo>
                    <a:pt x="106" y="6"/>
                    <a:pt x="89" y="0"/>
                    <a:pt x="70" y="1"/>
                  </a:cubicBezTo>
                  <a:cubicBezTo>
                    <a:pt x="52" y="2"/>
                    <a:pt x="36" y="10"/>
                    <a:pt x="24" y="24"/>
                  </a:cubicBezTo>
                  <a:cubicBezTo>
                    <a:pt x="0" y="52"/>
                    <a:pt x="3" y="95"/>
                    <a:pt x="31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83" name="任意多边形: 形状 482"/>
            <p:cNvSpPr/>
            <p:nvPr/>
          </p:nvSpPr>
          <p:spPr bwMode="auto">
            <a:xfrm>
              <a:off x="2272" y="961"/>
              <a:ext cx="53" cy="49"/>
            </a:xfrm>
            <a:custGeom>
              <a:avLst/>
              <a:gdLst>
                <a:gd name="T0" fmla="*/ 73 w 146"/>
                <a:gd name="T1" fmla="*/ 133 h 133"/>
                <a:gd name="T2" fmla="*/ 89 w 146"/>
                <a:gd name="T3" fmla="*/ 131 h 133"/>
                <a:gd name="T4" fmla="*/ 129 w 146"/>
                <a:gd name="T5" fmla="*/ 100 h 133"/>
                <a:gd name="T6" fmla="*/ 107 w 146"/>
                <a:gd name="T7" fmla="*/ 12 h 133"/>
                <a:gd name="T8" fmla="*/ 58 w 146"/>
                <a:gd name="T9" fmla="*/ 4 h 133"/>
                <a:gd name="T10" fmla="*/ 18 w 146"/>
                <a:gd name="T11" fmla="*/ 34 h 133"/>
                <a:gd name="T12" fmla="*/ 39 w 146"/>
                <a:gd name="T13" fmla="*/ 123 h 133"/>
                <a:gd name="T14" fmla="*/ 73 w 146"/>
                <a:gd name="T15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33">
                  <a:moveTo>
                    <a:pt x="73" y="133"/>
                  </a:moveTo>
                  <a:cubicBezTo>
                    <a:pt x="78" y="133"/>
                    <a:pt x="84" y="132"/>
                    <a:pt x="89" y="131"/>
                  </a:cubicBezTo>
                  <a:cubicBezTo>
                    <a:pt x="106" y="127"/>
                    <a:pt x="121" y="115"/>
                    <a:pt x="129" y="100"/>
                  </a:cubicBezTo>
                  <a:cubicBezTo>
                    <a:pt x="146" y="70"/>
                    <a:pt x="136" y="30"/>
                    <a:pt x="107" y="12"/>
                  </a:cubicBezTo>
                  <a:cubicBezTo>
                    <a:pt x="92" y="3"/>
                    <a:pt x="75" y="0"/>
                    <a:pt x="58" y="4"/>
                  </a:cubicBezTo>
                  <a:cubicBezTo>
                    <a:pt x="42" y="8"/>
                    <a:pt x="27" y="19"/>
                    <a:pt x="18" y="34"/>
                  </a:cubicBezTo>
                  <a:cubicBezTo>
                    <a:pt x="0" y="64"/>
                    <a:pt x="9" y="104"/>
                    <a:pt x="39" y="123"/>
                  </a:cubicBezTo>
                  <a:cubicBezTo>
                    <a:pt x="49" y="130"/>
                    <a:pt x="61" y="133"/>
                    <a:pt x="73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84" name="任意多边形: 形状 483"/>
            <p:cNvSpPr/>
            <p:nvPr/>
          </p:nvSpPr>
          <p:spPr bwMode="auto">
            <a:xfrm>
              <a:off x="2141" y="866"/>
              <a:ext cx="51" cy="46"/>
            </a:xfrm>
            <a:custGeom>
              <a:avLst/>
              <a:gdLst>
                <a:gd name="T0" fmla="*/ 46 w 139"/>
                <a:gd name="T1" fmla="*/ 122 h 126"/>
                <a:gd name="T2" fmla="*/ 70 w 139"/>
                <a:gd name="T3" fmla="*/ 126 h 126"/>
                <a:gd name="T4" fmla="*/ 94 w 139"/>
                <a:gd name="T5" fmla="*/ 121 h 126"/>
                <a:gd name="T6" fmla="*/ 128 w 139"/>
                <a:gd name="T7" fmla="*/ 85 h 126"/>
                <a:gd name="T8" fmla="*/ 93 w 139"/>
                <a:gd name="T9" fmla="*/ 6 h 126"/>
                <a:gd name="T10" fmla="*/ 46 w 139"/>
                <a:gd name="T11" fmla="*/ 6 h 126"/>
                <a:gd name="T12" fmla="*/ 13 w 139"/>
                <a:gd name="T13" fmla="*/ 40 h 126"/>
                <a:gd name="T14" fmla="*/ 46 w 139"/>
                <a:gd name="T15" fmla="*/ 12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9" h="126">
                  <a:moveTo>
                    <a:pt x="46" y="122"/>
                  </a:moveTo>
                  <a:cubicBezTo>
                    <a:pt x="54" y="125"/>
                    <a:pt x="62" y="126"/>
                    <a:pt x="70" y="126"/>
                  </a:cubicBezTo>
                  <a:cubicBezTo>
                    <a:pt x="78" y="126"/>
                    <a:pt x="86" y="125"/>
                    <a:pt x="94" y="121"/>
                  </a:cubicBezTo>
                  <a:cubicBezTo>
                    <a:pt x="110" y="114"/>
                    <a:pt x="122" y="101"/>
                    <a:pt x="128" y="85"/>
                  </a:cubicBezTo>
                  <a:cubicBezTo>
                    <a:pt x="139" y="54"/>
                    <a:pt x="123" y="19"/>
                    <a:pt x="93" y="6"/>
                  </a:cubicBezTo>
                  <a:cubicBezTo>
                    <a:pt x="78" y="0"/>
                    <a:pt x="61" y="0"/>
                    <a:pt x="46" y="6"/>
                  </a:cubicBezTo>
                  <a:cubicBezTo>
                    <a:pt x="31" y="13"/>
                    <a:pt x="19" y="25"/>
                    <a:pt x="13" y="40"/>
                  </a:cubicBezTo>
                  <a:cubicBezTo>
                    <a:pt x="0" y="72"/>
                    <a:pt x="15" y="109"/>
                    <a:pt x="46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85" name="任意多边形: 形状 484"/>
            <p:cNvSpPr/>
            <p:nvPr/>
          </p:nvSpPr>
          <p:spPr bwMode="auto">
            <a:xfrm>
              <a:off x="2002" y="794"/>
              <a:ext cx="46" cy="44"/>
            </a:xfrm>
            <a:custGeom>
              <a:avLst/>
              <a:gdLst>
                <a:gd name="T0" fmla="*/ 51 w 127"/>
                <a:gd name="T1" fmla="*/ 120 h 121"/>
                <a:gd name="T2" fmla="*/ 64 w 127"/>
                <a:gd name="T3" fmla="*/ 121 h 121"/>
                <a:gd name="T4" fmla="*/ 96 w 127"/>
                <a:gd name="T5" fmla="*/ 112 h 121"/>
                <a:gd name="T6" fmla="*/ 122 w 127"/>
                <a:gd name="T7" fmla="*/ 73 h 121"/>
                <a:gd name="T8" fmla="*/ 77 w 127"/>
                <a:gd name="T9" fmla="*/ 4 h 121"/>
                <a:gd name="T10" fmla="*/ 33 w 127"/>
                <a:gd name="T11" fmla="*/ 11 h 121"/>
                <a:gd name="T12" fmla="*/ 7 w 127"/>
                <a:gd name="T13" fmla="*/ 49 h 121"/>
                <a:gd name="T14" fmla="*/ 51 w 127"/>
                <a:gd name="T15" fmla="*/ 12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7" h="121">
                  <a:moveTo>
                    <a:pt x="51" y="120"/>
                  </a:moveTo>
                  <a:cubicBezTo>
                    <a:pt x="55" y="121"/>
                    <a:pt x="59" y="121"/>
                    <a:pt x="64" y="121"/>
                  </a:cubicBezTo>
                  <a:cubicBezTo>
                    <a:pt x="75" y="121"/>
                    <a:pt x="86" y="118"/>
                    <a:pt x="96" y="112"/>
                  </a:cubicBezTo>
                  <a:cubicBezTo>
                    <a:pt x="109" y="103"/>
                    <a:pt x="119" y="89"/>
                    <a:pt x="122" y="73"/>
                  </a:cubicBezTo>
                  <a:cubicBezTo>
                    <a:pt x="127" y="42"/>
                    <a:pt x="107" y="11"/>
                    <a:pt x="77" y="4"/>
                  </a:cubicBezTo>
                  <a:cubicBezTo>
                    <a:pt x="62" y="0"/>
                    <a:pt x="46" y="3"/>
                    <a:pt x="33" y="11"/>
                  </a:cubicBezTo>
                  <a:cubicBezTo>
                    <a:pt x="20" y="20"/>
                    <a:pt x="10" y="33"/>
                    <a:pt x="7" y="49"/>
                  </a:cubicBezTo>
                  <a:cubicBezTo>
                    <a:pt x="0" y="81"/>
                    <a:pt x="19" y="113"/>
                    <a:pt x="51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86" name="任意多边形: 形状 485"/>
            <p:cNvSpPr/>
            <p:nvPr/>
          </p:nvSpPr>
          <p:spPr bwMode="auto">
            <a:xfrm>
              <a:off x="1856" y="746"/>
              <a:ext cx="41" cy="42"/>
            </a:xfrm>
            <a:custGeom>
              <a:avLst/>
              <a:gdLst>
                <a:gd name="T0" fmla="*/ 54 w 114"/>
                <a:gd name="T1" fmla="*/ 113 h 114"/>
                <a:gd name="T2" fmla="*/ 58 w 114"/>
                <a:gd name="T3" fmla="*/ 114 h 114"/>
                <a:gd name="T4" fmla="*/ 95 w 114"/>
                <a:gd name="T5" fmla="*/ 99 h 114"/>
                <a:gd name="T6" fmla="*/ 114 w 114"/>
                <a:gd name="T7" fmla="*/ 58 h 114"/>
                <a:gd name="T8" fmla="*/ 61 w 114"/>
                <a:gd name="T9" fmla="*/ 1 h 114"/>
                <a:gd name="T10" fmla="*/ 21 w 114"/>
                <a:gd name="T11" fmla="*/ 15 h 114"/>
                <a:gd name="T12" fmla="*/ 2 w 114"/>
                <a:gd name="T13" fmla="*/ 54 h 114"/>
                <a:gd name="T14" fmla="*/ 54 w 114"/>
                <a:gd name="T15" fmla="*/ 11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4" h="114">
                  <a:moveTo>
                    <a:pt x="54" y="113"/>
                  </a:moveTo>
                  <a:cubicBezTo>
                    <a:pt x="55" y="113"/>
                    <a:pt x="57" y="114"/>
                    <a:pt x="58" y="114"/>
                  </a:cubicBezTo>
                  <a:cubicBezTo>
                    <a:pt x="72" y="114"/>
                    <a:pt x="85" y="108"/>
                    <a:pt x="95" y="99"/>
                  </a:cubicBezTo>
                  <a:cubicBezTo>
                    <a:pt x="107" y="88"/>
                    <a:pt x="113" y="74"/>
                    <a:pt x="114" y="58"/>
                  </a:cubicBezTo>
                  <a:cubicBezTo>
                    <a:pt x="114" y="28"/>
                    <a:pt x="91" y="2"/>
                    <a:pt x="61" y="1"/>
                  </a:cubicBezTo>
                  <a:cubicBezTo>
                    <a:pt x="46" y="0"/>
                    <a:pt x="32" y="5"/>
                    <a:pt x="21" y="15"/>
                  </a:cubicBezTo>
                  <a:cubicBezTo>
                    <a:pt x="10" y="25"/>
                    <a:pt x="3" y="38"/>
                    <a:pt x="2" y="54"/>
                  </a:cubicBezTo>
                  <a:cubicBezTo>
                    <a:pt x="0" y="85"/>
                    <a:pt x="24" y="112"/>
                    <a:pt x="54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87" name="任意多边形: 形状 486"/>
            <p:cNvSpPr/>
            <p:nvPr/>
          </p:nvSpPr>
          <p:spPr bwMode="auto">
            <a:xfrm>
              <a:off x="1704" y="721"/>
              <a:ext cx="40" cy="40"/>
            </a:xfrm>
            <a:custGeom>
              <a:avLst/>
              <a:gdLst>
                <a:gd name="T0" fmla="*/ 55 w 109"/>
                <a:gd name="T1" fmla="*/ 110 h 110"/>
                <a:gd name="T2" fmla="*/ 61 w 109"/>
                <a:gd name="T3" fmla="*/ 110 h 110"/>
                <a:gd name="T4" fmla="*/ 96 w 109"/>
                <a:gd name="T5" fmla="*/ 90 h 110"/>
                <a:gd name="T6" fmla="*/ 108 w 109"/>
                <a:gd name="T7" fmla="*/ 49 h 110"/>
                <a:gd name="T8" fmla="*/ 50 w 109"/>
                <a:gd name="T9" fmla="*/ 3 h 110"/>
                <a:gd name="T10" fmla="*/ 3 w 109"/>
                <a:gd name="T11" fmla="*/ 62 h 110"/>
                <a:gd name="T12" fmla="*/ 22 w 109"/>
                <a:gd name="T13" fmla="*/ 98 h 110"/>
                <a:gd name="T14" fmla="*/ 55 w 109"/>
                <a:gd name="T15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9" h="110">
                  <a:moveTo>
                    <a:pt x="55" y="110"/>
                  </a:moveTo>
                  <a:cubicBezTo>
                    <a:pt x="57" y="110"/>
                    <a:pt x="59" y="110"/>
                    <a:pt x="61" y="110"/>
                  </a:cubicBezTo>
                  <a:cubicBezTo>
                    <a:pt x="75" y="108"/>
                    <a:pt x="87" y="101"/>
                    <a:pt x="96" y="90"/>
                  </a:cubicBezTo>
                  <a:cubicBezTo>
                    <a:pt x="105" y="78"/>
                    <a:pt x="109" y="63"/>
                    <a:pt x="108" y="49"/>
                  </a:cubicBezTo>
                  <a:cubicBezTo>
                    <a:pt x="104" y="21"/>
                    <a:pt x="77" y="0"/>
                    <a:pt x="50" y="3"/>
                  </a:cubicBezTo>
                  <a:cubicBezTo>
                    <a:pt x="21" y="6"/>
                    <a:pt x="0" y="32"/>
                    <a:pt x="3" y="62"/>
                  </a:cubicBezTo>
                  <a:cubicBezTo>
                    <a:pt x="4" y="76"/>
                    <a:pt x="11" y="89"/>
                    <a:pt x="22" y="98"/>
                  </a:cubicBezTo>
                  <a:cubicBezTo>
                    <a:pt x="32" y="106"/>
                    <a:pt x="43" y="110"/>
                    <a:pt x="55" y="1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88" name="任意多边形: 形状 487"/>
            <p:cNvSpPr/>
            <p:nvPr/>
          </p:nvSpPr>
          <p:spPr bwMode="auto">
            <a:xfrm>
              <a:off x="1550" y="718"/>
              <a:ext cx="39" cy="39"/>
            </a:xfrm>
            <a:custGeom>
              <a:avLst/>
              <a:gdLst>
                <a:gd name="T0" fmla="*/ 55 w 107"/>
                <a:gd name="T1" fmla="*/ 107 h 107"/>
                <a:gd name="T2" fmla="*/ 68 w 107"/>
                <a:gd name="T3" fmla="*/ 105 h 107"/>
                <a:gd name="T4" fmla="*/ 99 w 107"/>
                <a:gd name="T5" fmla="*/ 81 h 107"/>
                <a:gd name="T6" fmla="*/ 103 w 107"/>
                <a:gd name="T7" fmla="*/ 42 h 107"/>
                <a:gd name="T8" fmla="*/ 42 w 107"/>
                <a:gd name="T9" fmla="*/ 7 h 107"/>
                <a:gd name="T10" fmla="*/ 7 w 107"/>
                <a:gd name="T11" fmla="*/ 69 h 107"/>
                <a:gd name="T12" fmla="*/ 31 w 107"/>
                <a:gd name="T13" fmla="*/ 100 h 107"/>
                <a:gd name="T14" fmla="*/ 55 w 107"/>
                <a:gd name="T1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7" h="107">
                  <a:moveTo>
                    <a:pt x="55" y="107"/>
                  </a:moveTo>
                  <a:cubicBezTo>
                    <a:pt x="60" y="107"/>
                    <a:pt x="64" y="106"/>
                    <a:pt x="68" y="105"/>
                  </a:cubicBezTo>
                  <a:cubicBezTo>
                    <a:pt x="81" y="102"/>
                    <a:pt x="92" y="93"/>
                    <a:pt x="99" y="81"/>
                  </a:cubicBezTo>
                  <a:cubicBezTo>
                    <a:pt x="105" y="69"/>
                    <a:pt x="107" y="54"/>
                    <a:pt x="103" y="42"/>
                  </a:cubicBezTo>
                  <a:cubicBezTo>
                    <a:pt x="95" y="15"/>
                    <a:pt x="68" y="0"/>
                    <a:pt x="42" y="7"/>
                  </a:cubicBezTo>
                  <a:cubicBezTo>
                    <a:pt x="15" y="15"/>
                    <a:pt x="0" y="43"/>
                    <a:pt x="7" y="69"/>
                  </a:cubicBezTo>
                  <a:cubicBezTo>
                    <a:pt x="10" y="83"/>
                    <a:pt x="19" y="94"/>
                    <a:pt x="31" y="100"/>
                  </a:cubicBezTo>
                  <a:cubicBezTo>
                    <a:pt x="38" y="105"/>
                    <a:pt x="47" y="107"/>
                    <a:pt x="55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89" name="任意多边形: 形状 488"/>
            <p:cNvSpPr/>
            <p:nvPr/>
          </p:nvSpPr>
          <p:spPr bwMode="auto">
            <a:xfrm>
              <a:off x="1397" y="740"/>
              <a:ext cx="38" cy="37"/>
            </a:xfrm>
            <a:custGeom>
              <a:avLst/>
              <a:gdLst>
                <a:gd name="T0" fmla="*/ 11 w 102"/>
                <a:gd name="T1" fmla="*/ 74 h 102"/>
                <a:gd name="T2" fmla="*/ 38 w 102"/>
                <a:gd name="T3" fmla="*/ 99 h 102"/>
                <a:gd name="T4" fmla="*/ 54 w 102"/>
                <a:gd name="T5" fmla="*/ 102 h 102"/>
                <a:gd name="T6" fmla="*/ 73 w 102"/>
                <a:gd name="T7" fmla="*/ 97 h 102"/>
                <a:gd name="T8" fmla="*/ 98 w 102"/>
                <a:gd name="T9" fmla="*/ 70 h 102"/>
                <a:gd name="T10" fmla="*/ 96 w 102"/>
                <a:gd name="T11" fmla="*/ 33 h 102"/>
                <a:gd name="T12" fmla="*/ 34 w 102"/>
                <a:gd name="T13" fmla="*/ 11 h 102"/>
                <a:gd name="T14" fmla="*/ 11 w 102"/>
                <a:gd name="T15" fmla="*/ 74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102">
                  <a:moveTo>
                    <a:pt x="11" y="74"/>
                  </a:moveTo>
                  <a:cubicBezTo>
                    <a:pt x="16" y="86"/>
                    <a:pt x="26" y="94"/>
                    <a:pt x="38" y="99"/>
                  </a:cubicBezTo>
                  <a:cubicBezTo>
                    <a:pt x="43" y="101"/>
                    <a:pt x="48" y="102"/>
                    <a:pt x="54" y="102"/>
                  </a:cubicBezTo>
                  <a:cubicBezTo>
                    <a:pt x="60" y="102"/>
                    <a:pt x="67" y="100"/>
                    <a:pt x="73" y="97"/>
                  </a:cubicBezTo>
                  <a:cubicBezTo>
                    <a:pt x="85" y="92"/>
                    <a:pt x="94" y="82"/>
                    <a:pt x="98" y="70"/>
                  </a:cubicBezTo>
                  <a:cubicBezTo>
                    <a:pt x="102" y="57"/>
                    <a:pt x="102" y="44"/>
                    <a:pt x="96" y="33"/>
                  </a:cubicBezTo>
                  <a:cubicBezTo>
                    <a:pt x="85" y="10"/>
                    <a:pt x="57" y="0"/>
                    <a:pt x="34" y="11"/>
                  </a:cubicBezTo>
                  <a:cubicBezTo>
                    <a:pt x="10" y="22"/>
                    <a:pt x="0" y="50"/>
                    <a:pt x="11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90" name="任意多边形: 形状 489"/>
            <p:cNvSpPr/>
            <p:nvPr/>
          </p:nvSpPr>
          <p:spPr bwMode="auto">
            <a:xfrm>
              <a:off x="1250" y="785"/>
              <a:ext cx="34" cy="35"/>
            </a:xfrm>
            <a:custGeom>
              <a:avLst/>
              <a:gdLst>
                <a:gd name="T0" fmla="*/ 42 w 95"/>
                <a:gd name="T1" fmla="*/ 95 h 96"/>
                <a:gd name="T2" fmla="*/ 50 w 95"/>
                <a:gd name="T3" fmla="*/ 96 h 96"/>
                <a:gd name="T4" fmla="*/ 75 w 95"/>
                <a:gd name="T5" fmla="*/ 88 h 96"/>
                <a:gd name="T6" fmla="*/ 93 w 95"/>
                <a:gd name="T7" fmla="*/ 58 h 96"/>
                <a:gd name="T8" fmla="*/ 86 w 95"/>
                <a:gd name="T9" fmla="*/ 25 h 96"/>
                <a:gd name="T10" fmla="*/ 24 w 95"/>
                <a:gd name="T11" fmla="*/ 14 h 96"/>
                <a:gd name="T12" fmla="*/ 13 w 95"/>
                <a:gd name="T13" fmla="*/ 76 h 96"/>
                <a:gd name="T14" fmla="*/ 42 w 95"/>
                <a:gd name="T15" fmla="*/ 9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" h="96">
                  <a:moveTo>
                    <a:pt x="42" y="95"/>
                  </a:moveTo>
                  <a:cubicBezTo>
                    <a:pt x="45" y="95"/>
                    <a:pt x="47" y="96"/>
                    <a:pt x="50" y="96"/>
                  </a:cubicBezTo>
                  <a:cubicBezTo>
                    <a:pt x="59" y="96"/>
                    <a:pt x="68" y="93"/>
                    <a:pt x="75" y="88"/>
                  </a:cubicBezTo>
                  <a:cubicBezTo>
                    <a:pt x="85" y="81"/>
                    <a:pt x="91" y="70"/>
                    <a:pt x="93" y="58"/>
                  </a:cubicBezTo>
                  <a:cubicBezTo>
                    <a:pt x="95" y="46"/>
                    <a:pt x="93" y="34"/>
                    <a:pt x="86" y="25"/>
                  </a:cubicBezTo>
                  <a:cubicBezTo>
                    <a:pt x="72" y="5"/>
                    <a:pt x="44" y="0"/>
                    <a:pt x="24" y="14"/>
                  </a:cubicBezTo>
                  <a:cubicBezTo>
                    <a:pt x="5" y="28"/>
                    <a:pt x="0" y="56"/>
                    <a:pt x="13" y="76"/>
                  </a:cubicBezTo>
                  <a:cubicBezTo>
                    <a:pt x="20" y="86"/>
                    <a:pt x="30" y="93"/>
                    <a:pt x="42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91" name="任意多边形: 形状 490"/>
            <p:cNvSpPr/>
            <p:nvPr/>
          </p:nvSpPr>
          <p:spPr bwMode="auto">
            <a:xfrm>
              <a:off x="1109" y="855"/>
              <a:ext cx="33" cy="31"/>
            </a:xfrm>
            <a:custGeom>
              <a:avLst/>
              <a:gdLst>
                <a:gd name="T0" fmla="*/ 45 w 91"/>
                <a:gd name="T1" fmla="*/ 84 h 84"/>
                <a:gd name="T2" fmla="*/ 75 w 91"/>
                <a:gd name="T3" fmla="*/ 71 h 84"/>
                <a:gd name="T4" fmla="*/ 74 w 91"/>
                <a:gd name="T5" fmla="*/ 12 h 84"/>
                <a:gd name="T6" fmla="*/ 45 w 91"/>
                <a:gd name="T7" fmla="*/ 0 h 84"/>
                <a:gd name="T8" fmla="*/ 16 w 91"/>
                <a:gd name="T9" fmla="*/ 12 h 84"/>
                <a:gd name="T10" fmla="*/ 16 w 91"/>
                <a:gd name="T11" fmla="*/ 71 h 84"/>
                <a:gd name="T12" fmla="*/ 45 w 91"/>
                <a:gd name="T1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" h="84">
                  <a:moveTo>
                    <a:pt x="45" y="84"/>
                  </a:moveTo>
                  <a:cubicBezTo>
                    <a:pt x="57" y="84"/>
                    <a:pt x="67" y="79"/>
                    <a:pt x="75" y="71"/>
                  </a:cubicBezTo>
                  <a:cubicBezTo>
                    <a:pt x="91" y="55"/>
                    <a:pt x="91" y="28"/>
                    <a:pt x="74" y="12"/>
                  </a:cubicBezTo>
                  <a:cubicBezTo>
                    <a:pt x="67" y="4"/>
                    <a:pt x="56" y="0"/>
                    <a:pt x="45" y="0"/>
                  </a:cubicBezTo>
                  <a:cubicBezTo>
                    <a:pt x="34" y="0"/>
                    <a:pt x="24" y="4"/>
                    <a:pt x="16" y="12"/>
                  </a:cubicBezTo>
                  <a:cubicBezTo>
                    <a:pt x="0" y="28"/>
                    <a:pt x="0" y="55"/>
                    <a:pt x="16" y="71"/>
                  </a:cubicBezTo>
                  <a:cubicBezTo>
                    <a:pt x="24" y="79"/>
                    <a:pt x="34" y="84"/>
                    <a:pt x="45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92" name="任意多边形: 形状 491"/>
            <p:cNvSpPr/>
            <p:nvPr/>
          </p:nvSpPr>
          <p:spPr bwMode="auto">
            <a:xfrm>
              <a:off x="977" y="945"/>
              <a:ext cx="32" cy="30"/>
            </a:xfrm>
            <a:custGeom>
              <a:avLst/>
              <a:gdLst>
                <a:gd name="T0" fmla="*/ 44 w 88"/>
                <a:gd name="T1" fmla="*/ 80 h 80"/>
                <a:gd name="T2" fmla="*/ 51 w 88"/>
                <a:gd name="T3" fmla="*/ 79 h 80"/>
                <a:gd name="T4" fmla="*/ 76 w 88"/>
                <a:gd name="T5" fmla="*/ 62 h 80"/>
                <a:gd name="T6" fmla="*/ 65 w 88"/>
                <a:gd name="T7" fmla="*/ 8 h 80"/>
                <a:gd name="T8" fmla="*/ 36 w 88"/>
                <a:gd name="T9" fmla="*/ 2 h 80"/>
                <a:gd name="T10" fmla="*/ 11 w 88"/>
                <a:gd name="T11" fmla="*/ 19 h 80"/>
                <a:gd name="T12" fmla="*/ 22 w 88"/>
                <a:gd name="T13" fmla="*/ 73 h 80"/>
                <a:gd name="T14" fmla="*/ 44 w 88"/>
                <a:gd name="T15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80">
                  <a:moveTo>
                    <a:pt x="44" y="80"/>
                  </a:moveTo>
                  <a:cubicBezTo>
                    <a:pt x="46" y="80"/>
                    <a:pt x="48" y="79"/>
                    <a:pt x="51" y="79"/>
                  </a:cubicBezTo>
                  <a:cubicBezTo>
                    <a:pt x="61" y="77"/>
                    <a:pt x="70" y="71"/>
                    <a:pt x="76" y="62"/>
                  </a:cubicBezTo>
                  <a:cubicBezTo>
                    <a:pt x="88" y="44"/>
                    <a:pt x="83" y="20"/>
                    <a:pt x="65" y="8"/>
                  </a:cubicBezTo>
                  <a:cubicBezTo>
                    <a:pt x="57" y="2"/>
                    <a:pt x="46" y="0"/>
                    <a:pt x="36" y="2"/>
                  </a:cubicBezTo>
                  <a:cubicBezTo>
                    <a:pt x="26" y="4"/>
                    <a:pt x="17" y="10"/>
                    <a:pt x="11" y="19"/>
                  </a:cubicBezTo>
                  <a:cubicBezTo>
                    <a:pt x="0" y="36"/>
                    <a:pt x="4" y="61"/>
                    <a:pt x="22" y="73"/>
                  </a:cubicBezTo>
                  <a:cubicBezTo>
                    <a:pt x="28" y="77"/>
                    <a:pt x="36" y="80"/>
                    <a:pt x="44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93" name="任意多边形: 形状 492"/>
            <p:cNvSpPr/>
            <p:nvPr/>
          </p:nvSpPr>
          <p:spPr bwMode="auto">
            <a:xfrm>
              <a:off x="857" y="1059"/>
              <a:ext cx="30" cy="27"/>
            </a:xfrm>
            <a:custGeom>
              <a:avLst/>
              <a:gdLst>
                <a:gd name="T0" fmla="*/ 27 w 82"/>
                <a:gd name="T1" fmla="*/ 71 h 74"/>
                <a:gd name="T2" fmla="*/ 41 w 82"/>
                <a:gd name="T3" fmla="*/ 74 h 74"/>
                <a:gd name="T4" fmla="*/ 55 w 82"/>
                <a:gd name="T5" fmla="*/ 71 h 74"/>
                <a:gd name="T6" fmla="*/ 74 w 82"/>
                <a:gd name="T7" fmla="*/ 52 h 74"/>
                <a:gd name="T8" fmla="*/ 55 w 82"/>
                <a:gd name="T9" fmla="*/ 4 h 74"/>
                <a:gd name="T10" fmla="*/ 28 w 82"/>
                <a:gd name="T11" fmla="*/ 4 h 74"/>
                <a:gd name="T12" fmla="*/ 8 w 82"/>
                <a:gd name="T13" fmla="*/ 24 h 74"/>
                <a:gd name="T14" fmla="*/ 27 w 82"/>
                <a:gd name="T15" fmla="*/ 7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" h="74">
                  <a:moveTo>
                    <a:pt x="27" y="71"/>
                  </a:moveTo>
                  <a:cubicBezTo>
                    <a:pt x="32" y="73"/>
                    <a:pt x="36" y="74"/>
                    <a:pt x="41" y="74"/>
                  </a:cubicBezTo>
                  <a:cubicBezTo>
                    <a:pt x="46" y="74"/>
                    <a:pt x="50" y="73"/>
                    <a:pt x="55" y="71"/>
                  </a:cubicBezTo>
                  <a:cubicBezTo>
                    <a:pt x="64" y="68"/>
                    <a:pt x="71" y="61"/>
                    <a:pt x="74" y="52"/>
                  </a:cubicBezTo>
                  <a:cubicBezTo>
                    <a:pt x="82" y="33"/>
                    <a:pt x="73" y="12"/>
                    <a:pt x="55" y="4"/>
                  </a:cubicBezTo>
                  <a:cubicBezTo>
                    <a:pt x="46" y="0"/>
                    <a:pt x="36" y="0"/>
                    <a:pt x="28" y="4"/>
                  </a:cubicBezTo>
                  <a:cubicBezTo>
                    <a:pt x="19" y="8"/>
                    <a:pt x="12" y="15"/>
                    <a:pt x="8" y="24"/>
                  </a:cubicBezTo>
                  <a:cubicBezTo>
                    <a:pt x="0" y="42"/>
                    <a:pt x="9" y="64"/>
                    <a:pt x="27" y="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94" name="任意多边形: 形状 493"/>
            <p:cNvSpPr/>
            <p:nvPr/>
          </p:nvSpPr>
          <p:spPr bwMode="auto">
            <a:xfrm>
              <a:off x="959" y="2438"/>
              <a:ext cx="92" cy="85"/>
            </a:xfrm>
            <a:custGeom>
              <a:avLst/>
              <a:gdLst>
                <a:gd name="T0" fmla="*/ 55 w 252"/>
                <a:gd name="T1" fmla="*/ 205 h 231"/>
                <a:gd name="T2" fmla="*/ 126 w 252"/>
                <a:gd name="T3" fmla="*/ 231 h 231"/>
                <a:gd name="T4" fmla="*/ 137 w 252"/>
                <a:gd name="T5" fmla="*/ 230 h 231"/>
                <a:gd name="T6" fmla="*/ 212 w 252"/>
                <a:gd name="T7" fmla="*/ 189 h 231"/>
                <a:gd name="T8" fmla="*/ 197 w 252"/>
                <a:gd name="T9" fmla="*/ 29 h 231"/>
                <a:gd name="T10" fmla="*/ 112 w 252"/>
                <a:gd name="T11" fmla="*/ 4 h 231"/>
                <a:gd name="T12" fmla="*/ 35 w 252"/>
                <a:gd name="T13" fmla="*/ 50 h 231"/>
                <a:gd name="T14" fmla="*/ 55 w 252"/>
                <a:gd name="T15" fmla="*/ 205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2" h="231">
                  <a:moveTo>
                    <a:pt x="55" y="205"/>
                  </a:moveTo>
                  <a:cubicBezTo>
                    <a:pt x="75" y="222"/>
                    <a:pt x="100" y="231"/>
                    <a:pt x="126" y="231"/>
                  </a:cubicBezTo>
                  <a:cubicBezTo>
                    <a:pt x="129" y="231"/>
                    <a:pt x="133" y="231"/>
                    <a:pt x="137" y="230"/>
                  </a:cubicBezTo>
                  <a:cubicBezTo>
                    <a:pt x="167" y="227"/>
                    <a:pt x="193" y="213"/>
                    <a:pt x="212" y="189"/>
                  </a:cubicBezTo>
                  <a:cubicBezTo>
                    <a:pt x="252" y="140"/>
                    <a:pt x="245" y="68"/>
                    <a:pt x="197" y="29"/>
                  </a:cubicBezTo>
                  <a:cubicBezTo>
                    <a:pt x="173" y="9"/>
                    <a:pt x="143" y="0"/>
                    <a:pt x="112" y="4"/>
                  </a:cubicBezTo>
                  <a:cubicBezTo>
                    <a:pt x="81" y="8"/>
                    <a:pt x="53" y="25"/>
                    <a:pt x="35" y="50"/>
                  </a:cubicBezTo>
                  <a:cubicBezTo>
                    <a:pt x="0" y="98"/>
                    <a:pt x="9" y="167"/>
                    <a:pt x="55" y="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95" name="任意多边形: 形状 494"/>
            <p:cNvSpPr/>
            <p:nvPr/>
          </p:nvSpPr>
          <p:spPr bwMode="auto">
            <a:xfrm>
              <a:off x="1072" y="2531"/>
              <a:ext cx="91" cy="82"/>
            </a:xfrm>
            <a:custGeom>
              <a:avLst/>
              <a:gdLst>
                <a:gd name="T0" fmla="*/ 124 w 249"/>
                <a:gd name="T1" fmla="*/ 226 h 226"/>
                <a:gd name="T2" fmla="*/ 151 w 249"/>
                <a:gd name="T3" fmla="*/ 223 h 226"/>
                <a:gd name="T4" fmla="*/ 218 w 249"/>
                <a:gd name="T5" fmla="*/ 171 h 226"/>
                <a:gd name="T6" fmla="*/ 179 w 249"/>
                <a:gd name="T7" fmla="*/ 19 h 226"/>
                <a:gd name="T8" fmla="*/ 93 w 249"/>
                <a:gd name="T9" fmla="*/ 8 h 226"/>
                <a:gd name="T10" fmla="*/ 26 w 249"/>
                <a:gd name="T11" fmla="*/ 65 h 226"/>
                <a:gd name="T12" fmla="*/ 68 w 249"/>
                <a:gd name="T13" fmla="*/ 211 h 226"/>
                <a:gd name="T14" fmla="*/ 124 w 249"/>
                <a:gd name="T15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9" h="226">
                  <a:moveTo>
                    <a:pt x="124" y="226"/>
                  </a:moveTo>
                  <a:cubicBezTo>
                    <a:pt x="133" y="226"/>
                    <a:pt x="142" y="225"/>
                    <a:pt x="151" y="223"/>
                  </a:cubicBezTo>
                  <a:cubicBezTo>
                    <a:pt x="179" y="215"/>
                    <a:pt x="203" y="197"/>
                    <a:pt x="218" y="171"/>
                  </a:cubicBezTo>
                  <a:cubicBezTo>
                    <a:pt x="249" y="118"/>
                    <a:pt x="231" y="50"/>
                    <a:pt x="179" y="19"/>
                  </a:cubicBezTo>
                  <a:cubicBezTo>
                    <a:pt x="153" y="4"/>
                    <a:pt x="122" y="0"/>
                    <a:pt x="93" y="8"/>
                  </a:cubicBezTo>
                  <a:cubicBezTo>
                    <a:pt x="64" y="17"/>
                    <a:pt x="39" y="37"/>
                    <a:pt x="26" y="65"/>
                  </a:cubicBezTo>
                  <a:cubicBezTo>
                    <a:pt x="0" y="117"/>
                    <a:pt x="19" y="181"/>
                    <a:pt x="68" y="211"/>
                  </a:cubicBezTo>
                  <a:cubicBezTo>
                    <a:pt x="85" y="221"/>
                    <a:pt x="104" y="226"/>
                    <a:pt x="124" y="2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96" name="任意多边形: 形状 495"/>
            <p:cNvSpPr/>
            <p:nvPr/>
          </p:nvSpPr>
          <p:spPr bwMode="auto">
            <a:xfrm>
              <a:off x="1196" y="2603"/>
              <a:ext cx="88" cy="80"/>
            </a:xfrm>
            <a:custGeom>
              <a:avLst/>
              <a:gdLst>
                <a:gd name="T0" fmla="*/ 158 w 240"/>
                <a:gd name="T1" fmla="*/ 11 h 221"/>
                <a:gd name="T2" fmla="*/ 74 w 240"/>
                <a:gd name="T3" fmla="*/ 14 h 221"/>
                <a:gd name="T4" fmla="*/ 17 w 240"/>
                <a:gd name="T5" fmla="*/ 79 h 221"/>
                <a:gd name="T6" fmla="*/ 80 w 240"/>
                <a:gd name="T7" fmla="*/ 213 h 221"/>
                <a:gd name="T8" fmla="*/ 119 w 240"/>
                <a:gd name="T9" fmla="*/ 221 h 221"/>
                <a:gd name="T10" fmla="*/ 161 w 240"/>
                <a:gd name="T11" fmla="*/ 212 h 221"/>
                <a:gd name="T12" fmla="*/ 219 w 240"/>
                <a:gd name="T13" fmla="*/ 152 h 221"/>
                <a:gd name="T14" fmla="*/ 158 w 240"/>
                <a:gd name="T15" fmla="*/ 1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0" h="221">
                  <a:moveTo>
                    <a:pt x="158" y="11"/>
                  </a:moveTo>
                  <a:cubicBezTo>
                    <a:pt x="131" y="0"/>
                    <a:pt x="101" y="1"/>
                    <a:pt x="74" y="14"/>
                  </a:cubicBezTo>
                  <a:cubicBezTo>
                    <a:pt x="47" y="27"/>
                    <a:pt x="26" y="50"/>
                    <a:pt x="17" y="79"/>
                  </a:cubicBezTo>
                  <a:cubicBezTo>
                    <a:pt x="0" y="133"/>
                    <a:pt x="28" y="192"/>
                    <a:pt x="80" y="213"/>
                  </a:cubicBezTo>
                  <a:cubicBezTo>
                    <a:pt x="93" y="218"/>
                    <a:pt x="106" y="221"/>
                    <a:pt x="119" y="221"/>
                  </a:cubicBezTo>
                  <a:cubicBezTo>
                    <a:pt x="134" y="221"/>
                    <a:pt x="148" y="218"/>
                    <a:pt x="161" y="212"/>
                  </a:cubicBezTo>
                  <a:cubicBezTo>
                    <a:pt x="188" y="201"/>
                    <a:pt x="208" y="179"/>
                    <a:pt x="219" y="152"/>
                  </a:cubicBezTo>
                  <a:cubicBezTo>
                    <a:pt x="240" y="96"/>
                    <a:pt x="213" y="33"/>
                    <a:pt x="158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97" name="任意多边形: 形状 496"/>
            <p:cNvSpPr/>
            <p:nvPr/>
          </p:nvSpPr>
          <p:spPr bwMode="auto">
            <a:xfrm>
              <a:off x="1328" y="2654"/>
              <a:ext cx="82" cy="79"/>
            </a:xfrm>
            <a:custGeom>
              <a:avLst/>
              <a:gdLst>
                <a:gd name="T0" fmla="*/ 134 w 226"/>
                <a:gd name="T1" fmla="*/ 6 h 216"/>
                <a:gd name="T2" fmla="*/ 54 w 226"/>
                <a:gd name="T3" fmla="*/ 22 h 216"/>
                <a:gd name="T4" fmla="*/ 9 w 226"/>
                <a:gd name="T5" fmla="*/ 93 h 216"/>
                <a:gd name="T6" fmla="*/ 89 w 226"/>
                <a:gd name="T7" fmla="*/ 213 h 216"/>
                <a:gd name="T8" fmla="*/ 112 w 226"/>
                <a:gd name="T9" fmla="*/ 216 h 216"/>
                <a:gd name="T10" fmla="*/ 167 w 226"/>
                <a:gd name="T11" fmla="*/ 200 h 216"/>
                <a:gd name="T12" fmla="*/ 214 w 226"/>
                <a:gd name="T13" fmla="*/ 133 h 216"/>
                <a:gd name="T14" fmla="*/ 134 w 226"/>
                <a:gd name="T15" fmla="*/ 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6" h="216">
                  <a:moveTo>
                    <a:pt x="134" y="6"/>
                  </a:moveTo>
                  <a:cubicBezTo>
                    <a:pt x="107" y="0"/>
                    <a:pt x="78" y="5"/>
                    <a:pt x="54" y="22"/>
                  </a:cubicBezTo>
                  <a:cubicBezTo>
                    <a:pt x="30" y="38"/>
                    <a:pt x="13" y="64"/>
                    <a:pt x="9" y="93"/>
                  </a:cubicBezTo>
                  <a:cubicBezTo>
                    <a:pt x="0" y="148"/>
                    <a:pt x="35" y="201"/>
                    <a:pt x="89" y="213"/>
                  </a:cubicBezTo>
                  <a:cubicBezTo>
                    <a:pt x="97" y="215"/>
                    <a:pt x="104" y="216"/>
                    <a:pt x="112" y="216"/>
                  </a:cubicBezTo>
                  <a:cubicBezTo>
                    <a:pt x="131" y="216"/>
                    <a:pt x="150" y="210"/>
                    <a:pt x="167" y="200"/>
                  </a:cubicBezTo>
                  <a:cubicBezTo>
                    <a:pt x="191" y="185"/>
                    <a:pt x="207" y="161"/>
                    <a:pt x="214" y="133"/>
                  </a:cubicBezTo>
                  <a:cubicBezTo>
                    <a:pt x="226" y="76"/>
                    <a:pt x="191" y="19"/>
                    <a:pt x="13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98" name="任意多边形: 形状 497"/>
            <p:cNvSpPr/>
            <p:nvPr/>
          </p:nvSpPr>
          <p:spPr bwMode="auto">
            <a:xfrm>
              <a:off x="1464" y="2685"/>
              <a:ext cx="76" cy="76"/>
            </a:xfrm>
            <a:custGeom>
              <a:avLst/>
              <a:gdLst>
                <a:gd name="T0" fmla="*/ 109 w 208"/>
                <a:gd name="T1" fmla="*/ 2 h 209"/>
                <a:gd name="T2" fmla="*/ 34 w 208"/>
                <a:gd name="T3" fmla="*/ 29 h 209"/>
                <a:gd name="T4" fmla="*/ 1 w 208"/>
                <a:gd name="T5" fmla="*/ 105 h 209"/>
                <a:gd name="T6" fmla="*/ 96 w 208"/>
                <a:gd name="T7" fmla="*/ 209 h 209"/>
                <a:gd name="T8" fmla="*/ 103 w 208"/>
                <a:gd name="T9" fmla="*/ 209 h 209"/>
                <a:gd name="T10" fmla="*/ 169 w 208"/>
                <a:gd name="T11" fmla="*/ 184 h 209"/>
                <a:gd name="T12" fmla="*/ 204 w 208"/>
                <a:gd name="T13" fmla="*/ 113 h 209"/>
                <a:gd name="T14" fmla="*/ 109 w 208"/>
                <a:gd name="T15" fmla="*/ 2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209">
                  <a:moveTo>
                    <a:pt x="109" y="2"/>
                  </a:moveTo>
                  <a:cubicBezTo>
                    <a:pt x="82" y="0"/>
                    <a:pt x="55" y="10"/>
                    <a:pt x="34" y="29"/>
                  </a:cubicBezTo>
                  <a:cubicBezTo>
                    <a:pt x="13" y="49"/>
                    <a:pt x="1" y="77"/>
                    <a:pt x="1" y="105"/>
                  </a:cubicBezTo>
                  <a:cubicBezTo>
                    <a:pt x="0" y="160"/>
                    <a:pt x="42" y="205"/>
                    <a:pt x="96" y="209"/>
                  </a:cubicBezTo>
                  <a:cubicBezTo>
                    <a:pt x="98" y="209"/>
                    <a:pt x="101" y="209"/>
                    <a:pt x="103" y="209"/>
                  </a:cubicBezTo>
                  <a:cubicBezTo>
                    <a:pt x="127" y="209"/>
                    <a:pt x="151" y="201"/>
                    <a:pt x="169" y="184"/>
                  </a:cubicBezTo>
                  <a:cubicBezTo>
                    <a:pt x="190" y="166"/>
                    <a:pt x="202" y="141"/>
                    <a:pt x="204" y="113"/>
                  </a:cubicBezTo>
                  <a:cubicBezTo>
                    <a:pt x="208" y="56"/>
                    <a:pt x="166" y="6"/>
                    <a:pt x="109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499" name="任意多边形: 形状 498"/>
            <p:cNvSpPr/>
            <p:nvPr/>
          </p:nvSpPr>
          <p:spPr bwMode="auto">
            <a:xfrm>
              <a:off x="1600" y="2695"/>
              <a:ext cx="75" cy="75"/>
            </a:xfrm>
            <a:custGeom>
              <a:avLst/>
              <a:gdLst>
                <a:gd name="T0" fmla="*/ 103 w 206"/>
                <a:gd name="T1" fmla="*/ 204 h 204"/>
                <a:gd name="T2" fmla="*/ 111 w 206"/>
                <a:gd name="T3" fmla="*/ 203 h 204"/>
                <a:gd name="T4" fmla="*/ 202 w 206"/>
                <a:gd name="T5" fmla="*/ 94 h 204"/>
                <a:gd name="T6" fmla="*/ 166 w 206"/>
                <a:gd name="T7" fmla="*/ 25 h 204"/>
                <a:gd name="T8" fmla="*/ 94 w 206"/>
                <a:gd name="T9" fmla="*/ 2 h 204"/>
                <a:gd name="T10" fmla="*/ 26 w 206"/>
                <a:gd name="T11" fmla="*/ 39 h 204"/>
                <a:gd name="T12" fmla="*/ 4 w 206"/>
                <a:gd name="T13" fmla="*/ 117 h 204"/>
                <a:gd name="T14" fmla="*/ 103 w 206"/>
                <a:gd name="T1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6" h="204">
                  <a:moveTo>
                    <a:pt x="103" y="204"/>
                  </a:moveTo>
                  <a:cubicBezTo>
                    <a:pt x="106" y="204"/>
                    <a:pt x="108" y="203"/>
                    <a:pt x="111" y="203"/>
                  </a:cubicBezTo>
                  <a:cubicBezTo>
                    <a:pt x="166" y="199"/>
                    <a:pt x="206" y="150"/>
                    <a:pt x="202" y="94"/>
                  </a:cubicBezTo>
                  <a:cubicBezTo>
                    <a:pt x="199" y="67"/>
                    <a:pt x="187" y="43"/>
                    <a:pt x="166" y="25"/>
                  </a:cubicBezTo>
                  <a:cubicBezTo>
                    <a:pt x="146" y="8"/>
                    <a:pt x="120" y="0"/>
                    <a:pt x="94" y="2"/>
                  </a:cubicBezTo>
                  <a:cubicBezTo>
                    <a:pt x="67" y="4"/>
                    <a:pt x="43" y="18"/>
                    <a:pt x="26" y="39"/>
                  </a:cubicBezTo>
                  <a:cubicBezTo>
                    <a:pt x="8" y="61"/>
                    <a:pt x="0" y="90"/>
                    <a:pt x="4" y="117"/>
                  </a:cubicBezTo>
                  <a:cubicBezTo>
                    <a:pt x="11" y="167"/>
                    <a:pt x="54" y="204"/>
                    <a:pt x="103" y="2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00" name="任意多边形: 形状 499"/>
            <p:cNvSpPr/>
            <p:nvPr/>
          </p:nvSpPr>
          <p:spPr bwMode="auto">
            <a:xfrm>
              <a:off x="1736" y="2684"/>
              <a:ext cx="75" cy="73"/>
            </a:xfrm>
            <a:custGeom>
              <a:avLst/>
              <a:gdLst>
                <a:gd name="T0" fmla="*/ 122 w 206"/>
                <a:gd name="T1" fmla="*/ 197 h 200"/>
                <a:gd name="T2" fmla="*/ 194 w 206"/>
                <a:gd name="T3" fmla="*/ 79 h 200"/>
                <a:gd name="T4" fmla="*/ 150 w 206"/>
                <a:gd name="T5" fmla="*/ 18 h 200"/>
                <a:gd name="T6" fmla="*/ 77 w 206"/>
                <a:gd name="T7" fmla="*/ 6 h 200"/>
                <a:gd name="T8" fmla="*/ 17 w 206"/>
                <a:gd name="T9" fmla="*/ 52 h 200"/>
                <a:gd name="T10" fmla="*/ 7 w 206"/>
                <a:gd name="T11" fmla="*/ 130 h 200"/>
                <a:gd name="T12" fmla="*/ 101 w 206"/>
                <a:gd name="T13" fmla="*/ 200 h 200"/>
                <a:gd name="T14" fmla="*/ 122 w 206"/>
                <a:gd name="T15" fmla="*/ 197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6" h="200">
                  <a:moveTo>
                    <a:pt x="122" y="197"/>
                  </a:moveTo>
                  <a:cubicBezTo>
                    <a:pt x="174" y="185"/>
                    <a:pt x="206" y="132"/>
                    <a:pt x="194" y="79"/>
                  </a:cubicBezTo>
                  <a:cubicBezTo>
                    <a:pt x="188" y="53"/>
                    <a:pt x="172" y="31"/>
                    <a:pt x="150" y="18"/>
                  </a:cubicBezTo>
                  <a:cubicBezTo>
                    <a:pt x="128" y="4"/>
                    <a:pt x="102" y="0"/>
                    <a:pt x="77" y="6"/>
                  </a:cubicBezTo>
                  <a:cubicBezTo>
                    <a:pt x="52" y="12"/>
                    <a:pt x="30" y="28"/>
                    <a:pt x="17" y="52"/>
                  </a:cubicBezTo>
                  <a:cubicBezTo>
                    <a:pt x="3" y="76"/>
                    <a:pt x="0" y="104"/>
                    <a:pt x="7" y="130"/>
                  </a:cubicBezTo>
                  <a:cubicBezTo>
                    <a:pt x="20" y="172"/>
                    <a:pt x="59" y="200"/>
                    <a:pt x="101" y="200"/>
                  </a:cubicBezTo>
                  <a:cubicBezTo>
                    <a:pt x="108" y="200"/>
                    <a:pt x="115" y="199"/>
                    <a:pt x="122" y="1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01" name="任意多边形: 形状 500"/>
            <p:cNvSpPr/>
            <p:nvPr/>
          </p:nvSpPr>
          <p:spPr bwMode="auto">
            <a:xfrm>
              <a:off x="1870" y="2653"/>
              <a:ext cx="75" cy="71"/>
            </a:xfrm>
            <a:custGeom>
              <a:avLst/>
              <a:gdLst>
                <a:gd name="T0" fmla="*/ 132 w 204"/>
                <a:gd name="T1" fmla="*/ 187 h 194"/>
                <a:gd name="T2" fmla="*/ 184 w 204"/>
                <a:gd name="T3" fmla="*/ 63 h 194"/>
                <a:gd name="T4" fmla="*/ 133 w 204"/>
                <a:gd name="T5" fmla="*/ 10 h 194"/>
                <a:gd name="T6" fmla="*/ 61 w 204"/>
                <a:gd name="T7" fmla="*/ 10 h 194"/>
                <a:gd name="T8" fmla="*/ 10 w 204"/>
                <a:gd name="T9" fmla="*/ 63 h 194"/>
                <a:gd name="T10" fmla="*/ 12 w 204"/>
                <a:gd name="T11" fmla="*/ 139 h 194"/>
                <a:gd name="T12" fmla="*/ 98 w 204"/>
                <a:gd name="T13" fmla="*/ 194 h 194"/>
                <a:gd name="T14" fmla="*/ 132 w 204"/>
                <a:gd name="T15" fmla="*/ 187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4" h="194">
                  <a:moveTo>
                    <a:pt x="132" y="187"/>
                  </a:moveTo>
                  <a:cubicBezTo>
                    <a:pt x="180" y="167"/>
                    <a:pt x="204" y="112"/>
                    <a:pt x="184" y="63"/>
                  </a:cubicBezTo>
                  <a:cubicBezTo>
                    <a:pt x="175" y="39"/>
                    <a:pt x="157" y="20"/>
                    <a:pt x="133" y="10"/>
                  </a:cubicBezTo>
                  <a:cubicBezTo>
                    <a:pt x="110" y="0"/>
                    <a:pt x="84" y="0"/>
                    <a:pt x="61" y="10"/>
                  </a:cubicBezTo>
                  <a:cubicBezTo>
                    <a:pt x="38" y="20"/>
                    <a:pt x="19" y="39"/>
                    <a:pt x="10" y="63"/>
                  </a:cubicBezTo>
                  <a:cubicBezTo>
                    <a:pt x="0" y="88"/>
                    <a:pt x="1" y="116"/>
                    <a:pt x="12" y="139"/>
                  </a:cubicBezTo>
                  <a:cubicBezTo>
                    <a:pt x="27" y="173"/>
                    <a:pt x="62" y="194"/>
                    <a:pt x="98" y="194"/>
                  </a:cubicBezTo>
                  <a:cubicBezTo>
                    <a:pt x="109" y="194"/>
                    <a:pt x="121" y="192"/>
                    <a:pt x="132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02" name="任意多边形: 形状 501"/>
            <p:cNvSpPr/>
            <p:nvPr/>
          </p:nvSpPr>
          <p:spPr bwMode="auto">
            <a:xfrm>
              <a:off x="1998" y="2602"/>
              <a:ext cx="73" cy="69"/>
            </a:xfrm>
            <a:custGeom>
              <a:avLst/>
              <a:gdLst>
                <a:gd name="T0" fmla="*/ 6 w 199"/>
                <a:gd name="T1" fmla="*/ 76 h 190"/>
                <a:gd name="T2" fmla="*/ 19 w 199"/>
                <a:gd name="T3" fmla="*/ 149 h 190"/>
                <a:gd name="T4" fmla="*/ 95 w 199"/>
                <a:gd name="T5" fmla="*/ 190 h 190"/>
                <a:gd name="T6" fmla="*/ 142 w 199"/>
                <a:gd name="T7" fmla="*/ 177 h 190"/>
                <a:gd name="T8" fmla="*/ 174 w 199"/>
                <a:gd name="T9" fmla="*/ 49 h 190"/>
                <a:gd name="T10" fmla="*/ 117 w 199"/>
                <a:gd name="T11" fmla="*/ 7 h 190"/>
                <a:gd name="T12" fmla="*/ 48 w 199"/>
                <a:gd name="T13" fmla="*/ 17 h 190"/>
                <a:gd name="T14" fmla="*/ 6 w 199"/>
                <a:gd name="T15" fmla="*/ 7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9" h="190">
                  <a:moveTo>
                    <a:pt x="6" y="76"/>
                  </a:moveTo>
                  <a:cubicBezTo>
                    <a:pt x="0" y="102"/>
                    <a:pt x="5" y="128"/>
                    <a:pt x="19" y="149"/>
                  </a:cubicBezTo>
                  <a:cubicBezTo>
                    <a:pt x="36" y="175"/>
                    <a:pt x="66" y="190"/>
                    <a:pt x="95" y="190"/>
                  </a:cubicBezTo>
                  <a:cubicBezTo>
                    <a:pt x="111" y="190"/>
                    <a:pt x="128" y="185"/>
                    <a:pt x="142" y="177"/>
                  </a:cubicBezTo>
                  <a:cubicBezTo>
                    <a:pt x="185" y="150"/>
                    <a:pt x="199" y="93"/>
                    <a:pt x="174" y="49"/>
                  </a:cubicBezTo>
                  <a:cubicBezTo>
                    <a:pt x="161" y="28"/>
                    <a:pt x="141" y="13"/>
                    <a:pt x="117" y="7"/>
                  </a:cubicBezTo>
                  <a:cubicBezTo>
                    <a:pt x="93" y="0"/>
                    <a:pt x="68" y="4"/>
                    <a:pt x="48" y="17"/>
                  </a:cubicBezTo>
                  <a:cubicBezTo>
                    <a:pt x="27" y="30"/>
                    <a:pt x="11" y="52"/>
                    <a:pt x="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03" name="任意多边形: 形状 502"/>
            <p:cNvSpPr/>
            <p:nvPr/>
          </p:nvSpPr>
          <p:spPr bwMode="auto">
            <a:xfrm>
              <a:off x="2120" y="2531"/>
              <a:ext cx="69" cy="67"/>
            </a:xfrm>
            <a:custGeom>
              <a:avLst/>
              <a:gdLst>
                <a:gd name="T0" fmla="*/ 90 w 190"/>
                <a:gd name="T1" fmla="*/ 182 h 182"/>
                <a:gd name="T2" fmla="*/ 148 w 190"/>
                <a:gd name="T3" fmla="*/ 161 h 182"/>
                <a:gd name="T4" fmla="*/ 159 w 190"/>
                <a:gd name="T5" fmla="*/ 34 h 182"/>
                <a:gd name="T6" fmla="*/ 98 w 190"/>
                <a:gd name="T7" fmla="*/ 2 h 182"/>
                <a:gd name="T8" fmla="*/ 33 w 190"/>
                <a:gd name="T9" fmla="*/ 23 h 182"/>
                <a:gd name="T10" fmla="*/ 2 w 190"/>
                <a:gd name="T11" fmla="*/ 86 h 182"/>
                <a:gd name="T12" fmla="*/ 25 w 190"/>
                <a:gd name="T13" fmla="*/ 154 h 182"/>
                <a:gd name="T14" fmla="*/ 90 w 190"/>
                <a:gd name="T15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182">
                  <a:moveTo>
                    <a:pt x="90" y="182"/>
                  </a:moveTo>
                  <a:cubicBezTo>
                    <a:pt x="111" y="182"/>
                    <a:pt x="131" y="175"/>
                    <a:pt x="148" y="161"/>
                  </a:cubicBezTo>
                  <a:cubicBezTo>
                    <a:pt x="185" y="129"/>
                    <a:pt x="190" y="72"/>
                    <a:pt x="159" y="34"/>
                  </a:cubicBezTo>
                  <a:cubicBezTo>
                    <a:pt x="144" y="15"/>
                    <a:pt x="122" y="4"/>
                    <a:pt x="98" y="2"/>
                  </a:cubicBezTo>
                  <a:cubicBezTo>
                    <a:pt x="74" y="0"/>
                    <a:pt x="51" y="7"/>
                    <a:pt x="33" y="23"/>
                  </a:cubicBezTo>
                  <a:cubicBezTo>
                    <a:pt x="15" y="38"/>
                    <a:pt x="3" y="61"/>
                    <a:pt x="2" y="86"/>
                  </a:cubicBezTo>
                  <a:cubicBezTo>
                    <a:pt x="0" y="111"/>
                    <a:pt x="9" y="136"/>
                    <a:pt x="25" y="154"/>
                  </a:cubicBezTo>
                  <a:cubicBezTo>
                    <a:pt x="42" y="173"/>
                    <a:pt x="66" y="182"/>
                    <a:pt x="90" y="1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04" name="任意多边形: 形状 503"/>
            <p:cNvSpPr/>
            <p:nvPr/>
          </p:nvSpPr>
          <p:spPr bwMode="auto">
            <a:xfrm>
              <a:off x="2231" y="2440"/>
              <a:ext cx="67" cy="64"/>
            </a:xfrm>
            <a:custGeom>
              <a:avLst/>
              <a:gdLst>
                <a:gd name="T0" fmla="*/ 82 w 184"/>
                <a:gd name="T1" fmla="*/ 1 h 176"/>
                <a:gd name="T2" fmla="*/ 22 w 184"/>
                <a:gd name="T3" fmla="*/ 31 h 176"/>
                <a:gd name="T4" fmla="*/ 2 w 184"/>
                <a:gd name="T5" fmla="*/ 97 h 176"/>
                <a:gd name="T6" fmla="*/ 34 w 184"/>
                <a:gd name="T7" fmla="*/ 158 h 176"/>
                <a:gd name="T8" fmla="*/ 87 w 184"/>
                <a:gd name="T9" fmla="*/ 176 h 176"/>
                <a:gd name="T10" fmla="*/ 153 w 184"/>
                <a:gd name="T11" fmla="*/ 146 h 176"/>
                <a:gd name="T12" fmla="*/ 145 w 184"/>
                <a:gd name="T13" fmla="*/ 23 h 176"/>
                <a:gd name="T14" fmla="*/ 82 w 184"/>
                <a:gd name="T15" fmla="*/ 1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176">
                  <a:moveTo>
                    <a:pt x="82" y="1"/>
                  </a:moveTo>
                  <a:cubicBezTo>
                    <a:pt x="58" y="3"/>
                    <a:pt x="37" y="14"/>
                    <a:pt x="22" y="31"/>
                  </a:cubicBezTo>
                  <a:cubicBezTo>
                    <a:pt x="7" y="49"/>
                    <a:pt x="0" y="73"/>
                    <a:pt x="2" y="97"/>
                  </a:cubicBezTo>
                  <a:cubicBezTo>
                    <a:pt x="4" y="122"/>
                    <a:pt x="16" y="144"/>
                    <a:pt x="34" y="158"/>
                  </a:cubicBezTo>
                  <a:cubicBezTo>
                    <a:pt x="50" y="171"/>
                    <a:pt x="69" y="176"/>
                    <a:pt x="87" y="176"/>
                  </a:cubicBezTo>
                  <a:cubicBezTo>
                    <a:pt x="112" y="176"/>
                    <a:pt x="136" y="166"/>
                    <a:pt x="153" y="146"/>
                  </a:cubicBezTo>
                  <a:cubicBezTo>
                    <a:pt x="184" y="110"/>
                    <a:pt x="180" y="54"/>
                    <a:pt x="145" y="23"/>
                  </a:cubicBezTo>
                  <a:cubicBezTo>
                    <a:pt x="127" y="7"/>
                    <a:pt x="105" y="0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05" name="任意多边形: 形状 504"/>
            <p:cNvSpPr/>
            <p:nvPr/>
          </p:nvSpPr>
          <p:spPr bwMode="auto">
            <a:xfrm>
              <a:off x="2328" y="2329"/>
              <a:ext cx="66" cy="64"/>
            </a:xfrm>
            <a:custGeom>
              <a:avLst/>
              <a:gdLst>
                <a:gd name="T0" fmla="*/ 132 w 183"/>
                <a:gd name="T1" fmla="*/ 16 h 173"/>
                <a:gd name="T2" fmla="*/ 68 w 183"/>
                <a:gd name="T3" fmla="*/ 5 h 173"/>
                <a:gd name="T4" fmla="*/ 16 w 183"/>
                <a:gd name="T5" fmla="*/ 43 h 173"/>
                <a:gd name="T6" fmla="*/ 6 w 183"/>
                <a:gd name="T7" fmla="*/ 110 h 173"/>
                <a:gd name="T8" fmla="*/ 47 w 183"/>
                <a:gd name="T9" fmla="*/ 163 h 173"/>
                <a:gd name="T10" fmla="*/ 86 w 183"/>
                <a:gd name="T11" fmla="*/ 173 h 173"/>
                <a:gd name="T12" fmla="*/ 159 w 183"/>
                <a:gd name="T13" fmla="*/ 133 h 173"/>
                <a:gd name="T14" fmla="*/ 132 w 183"/>
                <a:gd name="T15" fmla="*/ 16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3" h="173">
                  <a:moveTo>
                    <a:pt x="132" y="16"/>
                  </a:moveTo>
                  <a:cubicBezTo>
                    <a:pt x="113" y="4"/>
                    <a:pt x="90" y="0"/>
                    <a:pt x="68" y="5"/>
                  </a:cubicBezTo>
                  <a:cubicBezTo>
                    <a:pt x="46" y="10"/>
                    <a:pt x="28" y="24"/>
                    <a:pt x="16" y="43"/>
                  </a:cubicBezTo>
                  <a:cubicBezTo>
                    <a:pt x="4" y="63"/>
                    <a:pt x="0" y="87"/>
                    <a:pt x="6" y="110"/>
                  </a:cubicBezTo>
                  <a:cubicBezTo>
                    <a:pt x="12" y="133"/>
                    <a:pt x="27" y="152"/>
                    <a:pt x="47" y="163"/>
                  </a:cubicBezTo>
                  <a:cubicBezTo>
                    <a:pt x="59" y="170"/>
                    <a:pt x="73" y="173"/>
                    <a:pt x="86" y="173"/>
                  </a:cubicBezTo>
                  <a:cubicBezTo>
                    <a:pt x="115" y="173"/>
                    <a:pt x="143" y="159"/>
                    <a:pt x="159" y="133"/>
                  </a:cubicBezTo>
                  <a:cubicBezTo>
                    <a:pt x="183" y="93"/>
                    <a:pt x="171" y="40"/>
                    <a:pt x="13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06" name="任意多边形: 形状 505"/>
            <p:cNvSpPr/>
            <p:nvPr/>
          </p:nvSpPr>
          <p:spPr bwMode="auto">
            <a:xfrm>
              <a:off x="2405" y="2209"/>
              <a:ext cx="64" cy="61"/>
            </a:xfrm>
            <a:custGeom>
              <a:avLst/>
              <a:gdLst>
                <a:gd name="T0" fmla="*/ 57 w 176"/>
                <a:gd name="T1" fmla="*/ 163 h 167"/>
                <a:gd name="T2" fmla="*/ 83 w 176"/>
                <a:gd name="T3" fmla="*/ 167 h 167"/>
                <a:gd name="T4" fmla="*/ 159 w 176"/>
                <a:gd name="T5" fmla="*/ 116 h 167"/>
                <a:gd name="T6" fmla="*/ 116 w 176"/>
                <a:gd name="T7" fmla="*/ 8 h 167"/>
                <a:gd name="T8" fmla="*/ 54 w 176"/>
                <a:gd name="T9" fmla="*/ 8 h 167"/>
                <a:gd name="T10" fmla="*/ 9 w 176"/>
                <a:gd name="T11" fmla="*/ 53 h 167"/>
                <a:gd name="T12" fmla="*/ 10 w 176"/>
                <a:gd name="T13" fmla="*/ 118 h 167"/>
                <a:gd name="T14" fmla="*/ 57 w 176"/>
                <a:gd name="T15" fmla="*/ 16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6" h="167">
                  <a:moveTo>
                    <a:pt x="57" y="163"/>
                  </a:moveTo>
                  <a:cubicBezTo>
                    <a:pt x="65" y="166"/>
                    <a:pt x="74" y="167"/>
                    <a:pt x="83" y="167"/>
                  </a:cubicBezTo>
                  <a:cubicBezTo>
                    <a:pt x="115" y="167"/>
                    <a:pt x="146" y="148"/>
                    <a:pt x="159" y="116"/>
                  </a:cubicBezTo>
                  <a:cubicBezTo>
                    <a:pt x="176" y="74"/>
                    <a:pt x="157" y="26"/>
                    <a:pt x="116" y="8"/>
                  </a:cubicBezTo>
                  <a:cubicBezTo>
                    <a:pt x="96" y="0"/>
                    <a:pt x="74" y="0"/>
                    <a:pt x="54" y="8"/>
                  </a:cubicBezTo>
                  <a:cubicBezTo>
                    <a:pt x="33" y="16"/>
                    <a:pt x="17" y="32"/>
                    <a:pt x="9" y="53"/>
                  </a:cubicBezTo>
                  <a:cubicBezTo>
                    <a:pt x="0" y="74"/>
                    <a:pt x="1" y="97"/>
                    <a:pt x="10" y="118"/>
                  </a:cubicBezTo>
                  <a:cubicBezTo>
                    <a:pt x="19" y="139"/>
                    <a:pt x="36" y="155"/>
                    <a:pt x="57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07" name="任意多边形: 形状 506"/>
            <p:cNvSpPr/>
            <p:nvPr/>
          </p:nvSpPr>
          <p:spPr bwMode="auto">
            <a:xfrm>
              <a:off x="2462" y="2080"/>
              <a:ext cx="61" cy="60"/>
            </a:xfrm>
            <a:custGeom>
              <a:avLst/>
              <a:gdLst>
                <a:gd name="T0" fmla="*/ 158 w 168"/>
                <a:gd name="T1" fmla="*/ 102 h 164"/>
                <a:gd name="T2" fmla="*/ 100 w 168"/>
                <a:gd name="T3" fmla="*/ 6 h 164"/>
                <a:gd name="T4" fmla="*/ 41 w 168"/>
                <a:gd name="T5" fmla="*/ 15 h 164"/>
                <a:gd name="T6" fmla="*/ 5 w 168"/>
                <a:gd name="T7" fmla="*/ 64 h 164"/>
                <a:gd name="T8" fmla="*/ 16 w 168"/>
                <a:gd name="T9" fmla="*/ 127 h 164"/>
                <a:gd name="T10" fmla="*/ 67 w 168"/>
                <a:gd name="T11" fmla="*/ 162 h 164"/>
                <a:gd name="T12" fmla="*/ 81 w 168"/>
                <a:gd name="T13" fmla="*/ 164 h 164"/>
                <a:gd name="T14" fmla="*/ 158 w 168"/>
                <a:gd name="T15" fmla="*/ 10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64">
                  <a:moveTo>
                    <a:pt x="158" y="102"/>
                  </a:moveTo>
                  <a:cubicBezTo>
                    <a:pt x="168" y="59"/>
                    <a:pt x="142" y="16"/>
                    <a:pt x="100" y="6"/>
                  </a:cubicBezTo>
                  <a:cubicBezTo>
                    <a:pt x="80" y="0"/>
                    <a:pt x="59" y="4"/>
                    <a:pt x="41" y="15"/>
                  </a:cubicBezTo>
                  <a:cubicBezTo>
                    <a:pt x="23" y="26"/>
                    <a:pt x="10" y="43"/>
                    <a:pt x="5" y="64"/>
                  </a:cubicBezTo>
                  <a:cubicBezTo>
                    <a:pt x="0" y="86"/>
                    <a:pt x="4" y="109"/>
                    <a:pt x="16" y="127"/>
                  </a:cubicBezTo>
                  <a:cubicBezTo>
                    <a:pt x="27" y="145"/>
                    <a:pt x="46" y="158"/>
                    <a:pt x="67" y="162"/>
                  </a:cubicBezTo>
                  <a:cubicBezTo>
                    <a:pt x="71" y="163"/>
                    <a:pt x="76" y="164"/>
                    <a:pt x="81" y="164"/>
                  </a:cubicBezTo>
                  <a:cubicBezTo>
                    <a:pt x="116" y="164"/>
                    <a:pt x="149" y="138"/>
                    <a:pt x="158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08" name="任意多边形: 形状 507"/>
            <p:cNvSpPr/>
            <p:nvPr/>
          </p:nvSpPr>
          <p:spPr bwMode="auto">
            <a:xfrm>
              <a:off x="2499" y="1947"/>
              <a:ext cx="58" cy="57"/>
            </a:xfrm>
            <a:custGeom>
              <a:avLst/>
              <a:gdLst>
                <a:gd name="T0" fmla="*/ 78 w 158"/>
                <a:gd name="T1" fmla="*/ 157 h 157"/>
                <a:gd name="T2" fmla="*/ 154 w 158"/>
                <a:gd name="T3" fmla="*/ 86 h 157"/>
                <a:gd name="T4" fmla="*/ 85 w 158"/>
                <a:gd name="T5" fmla="*/ 2 h 157"/>
                <a:gd name="T6" fmla="*/ 30 w 158"/>
                <a:gd name="T7" fmla="*/ 20 h 157"/>
                <a:gd name="T8" fmla="*/ 2 w 158"/>
                <a:gd name="T9" fmla="*/ 73 h 157"/>
                <a:gd name="T10" fmla="*/ 22 w 158"/>
                <a:gd name="T11" fmla="*/ 131 h 157"/>
                <a:gd name="T12" fmla="*/ 76 w 158"/>
                <a:gd name="T13" fmla="*/ 157 h 157"/>
                <a:gd name="T14" fmla="*/ 78 w 158"/>
                <a:gd name="T15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8" h="157">
                  <a:moveTo>
                    <a:pt x="78" y="157"/>
                  </a:moveTo>
                  <a:cubicBezTo>
                    <a:pt x="117" y="157"/>
                    <a:pt x="151" y="125"/>
                    <a:pt x="154" y="86"/>
                  </a:cubicBezTo>
                  <a:cubicBezTo>
                    <a:pt x="158" y="43"/>
                    <a:pt x="127" y="6"/>
                    <a:pt x="85" y="2"/>
                  </a:cubicBezTo>
                  <a:cubicBezTo>
                    <a:pt x="65" y="0"/>
                    <a:pt x="45" y="6"/>
                    <a:pt x="30" y="20"/>
                  </a:cubicBezTo>
                  <a:cubicBezTo>
                    <a:pt x="14" y="33"/>
                    <a:pt x="4" y="52"/>
                    <a:pt x="2" y="73"/>
                  </a:cubicBezTo>
                  <a:cubicBezTo>
                    <a:pt x="0" y="94"/>
                    <a:pt x="8" y="115"/>
                    <a:pt x="22" y="131"/>
                  </a:cubicBezTo>
                  <a:cubicBezTo>
                    <a:pt x="36" y="147"/>
                    <a:pt x="55" y="156"/>
                    <a:pt x="76" y="157"/>
                  </a:cubicBezTo>
                  <a:cubicBezTo>
                    <a:pt x="77" y="157"/>
                    <a:pt x="77" y="157"/>
                    <a:pt x="78" y="1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09" name="任意多边形: 形状 508"/>
            <p:cNvSpPr/>
            <p:nvPr/>
          </p:nvSpPr>
          <p:spPr bwMode="auto">
            <a:xfrm>
              <a:off x="2515" y="1810"/>
              <a:ext cx="56" cy="55"/>
            </a:xfrm>
            <a:custGeom>
              <a:avLst/>
              <a:gdLst>
                <a:gd name="T0" fmla="*/ 71 w 152"/>
                <a:gd name="T1" fmla="*/ 1 h 151"/>
                <a:gd name="T2" fmla="*/ 2 w 152"/>
                <a:gd name="T3" fmla="*/ 81 h 151"/>
                <a:gd name="T4" fmla="*/ 29 w 152"/>
                <a:gd name="T5" fmla="*/ 134 h 151"/>
                <a:gd name="T6" fmla="*/ 76 w 152"/>
                <a:gd name="T7" fmla="*/ 151 h 151"/>
                <a:gd name="T8" fmla="*/ 85 w 152"/>
                <a:gd name="T9" fmla="*/ 150 h 151"/>
                <a:gd name="T10" fmla="*/ 149 w 152"/>
                <a:gd name="T11" fmla="*/ 71 h 151"/>
                <a:gd name="T12" fmla="*/ 124 w 152"/>
                <a:gd name="T13" fmla="*/ 19 h 151"/>
                <a:gd name="T14" fmla="*/ 71 w 152"/>
                <a:gd name="T15" fmla="*/ 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" h="151">
                  <a:moveTo>
                    <a:pt x="71" y="1"/>
                  </a:moveTo>
                  <a:cubicBezTo>
                    <a:pt x="30" y="4"/>
                    <a:pt x="0" y="40"/>
                    <a:pt x="2" y="81"/>
                  </a:cubicBezTo>
                  <a:cubicBezTo>
                    <a:pt x="4" y="101"/>
                    <a:pt x="14" y="121"/>
                    <a:pt x="29" y="134"/>
                  </a:cubicBezTo>
                  <a:cubicBezTo>
                    <a:pt x="43" y="145"/>
                    <a:pt x="60" y="151"/>
                    <a:pt x="76" y="151"/>
                  </a:cubicBezTo>
                  <a:cubicBezTo>
                    <a:pt x="79" y="151"/>
                    <a:pt x="82" y="151"/>
                    <a:pt x="85" y="150"/>
                  </a:cubicBezTo>
                  <a:cubicBezTo>
                    <a:pt x="124" y="146"/>
                    <a:pt x="152" y="111"/>
                    <a:pt x="149" y="71"/>
                  </a:cubicBezTo>
                  <a:cubicBezTo>
                    <a:pt x="148" y="51"/>
                    <a:pt x="139" y="32"/>
                    <a:pt x="124" y="19"/>
                  </a:cubicBezTo>
                  <a:cubicBezTo>
                    <a:pt x="109" y="6"/>
                    <a:pt x="91" y="0"/>
                    <a:pt x="7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10" name="任意多边形: 形状 509"/>
            <p:cNvSpPr/>
            <p:nvPr/>
          </p:nvSpPr>
          <p:spPr bwMode="auto">
            <a:xfrm>
              <a:off x="2510" y="1672"/>
              <a:ext cx="57" cy="53"/>
            </a:xfrm>
            <a:custGeom>
              <a:avLst/>
              <a:gdLst>
                <a:gd name="T0" fmla="*/ 8 w 155"/>
                <a:gd name="T1" fmla="*/ 91 h 147"/>
                <a:gd name="T2" fmla="*/ 42 w 155"/>
                <a:gd name="T3" fmla="*/ 137 h 147"/>
                <a:gd name="T4" fmla="*/ 78 w 155"/>
                <a:gd name="T5" fmla="*/ 147 h 147"/>
                <a:gd name="T6" fmla="*/ 97 w 155"/>
                <a:gd name="T7" fmla="*/ 145 h 147"/>
                <a:gd name="T8" fmla="*/ 147 w 155"/>
                <a:gd name="T9" fmla="*/ 59 h 147"/>
                <a:gd name="T10" fmla="*/ 115 w 155"/>
                <a:gd name="T11" fmla="*/ 14 h 147"/>
                <a:gd name="T12" fmla="*/ 62 w 155"/>
                <a:gd name="T13" fmla="*/ 4 h 147"/>
                <a:gd name="T14" fmla="*/ 8 w 155"/>
                <a:gd name="T15" fmla="*/ 91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5" h="147">
                  <a:moveTo>
                    <a:pt x="8" y="91"/>
                  </a:moveTo>
                  <a:cubicBezTo>
                    <a:pt x="12" y="110"/>
                    <a:pt x="25" y="127"/>
                    <a:pt x="42" y="137"/>
                  </a:cubicBezTo>
                  <a:cubicBezTo>
                    <a:pt x="53" y="144"/>
                    <a:pt x="65" y="147"/>
                    <a:pt x="78" y="147"/>
                  </a:cubicBezTo>
                  <a:cubicBezTo>
                    <a:pt x="84" y="147"/>
                    <a:pt x="91" y="146"/>
                    <a:pt x="97" y="145"/>
                  </a:cubicBezTo>
                  <a:cubicBezTo>
                    <a:pt x="133" y="134"/>
                    <a:pt x="155" y="96"/>
                    <a:pt x="147" y="59"/>
                  </a:cubicBezTo>
                  <a:cubicBezTo>
                    <a:pt x="143" y="40"/>
                    <a:pt x="132" y="24"/>
                    <a:pt x="115" y="14"/>
                  </a:cubicBezTo>
                  <a:cubicBezTo>
                    <a:pt x="99" y="3"/>
                    <a:pt x="81" y="0"/>
                    <a:pt x="62" y="4"/>
                  </a:cubicBezTo>
                  <a:cubicBezTo>
                    <a:pt x="24" y="13"/>
                    <a:pt x="0" y="52"/>
                    <a:pt x="8" y="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11" name="任意多边形: 形状 510"/>
            <p:cNvSpPr/>
            <p:nvPr/>
          </p:nvSpPr>
          <p:spPr bwMode="auto">
            <a:xfrm>
              <a:off x="2486" y="1536"/>
              <a:ext cx="56" cy="52"/>
            </a:xfrm>
            <a:custGeom>
              <a:avLst/>
              <a:gdLst>
                <a:gd name="T0" fmla="*/ 105 w 155"/>
                <a:gd name="T1" fmla="*/ 8 h 142"/>
                <a:gd name="T2" fmla="*/ 53 w 155"/>
                <a:gd name="T3" fmla="*/ 7 h 142"/>
                <a:gd name="T4" fmla="*/ 14 w 155"/>
                <a:gd name="T5" fmla="*/ 98 h 142"/>
                <a:gd name="T6" fmla="*/ 52 w 155"/>
                <a:gd name="T7" fmla="*/ 137 h 142"/>
                <a:gd name="T8" fmla="*/ 78 w 155"/>
                <a:gd name="T9" fmla="*/ 142 h 142"/>
                <a:gd name="T10" fmla="*/ 106 w 155"/>
                <a:gd name="T11" fmla="*/ 136 h 142"/>
                <a:gd name="T12" fmla="*/ 141 w 155"/>
                <a:gd name="T13" fmla="*/ 47 h 142"/>
                <a:gd name="T14" fmla="*/ 105 w 155"/>
                <a:gd name="T15" fmla="*/ 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5" h="142">
                  <a:moveTo>
                    <a:pt x="105" y="8"/>
                  </a:moveTo>
                  <a:cubicBezTo>
                    <a:pt x="88" y="1"/>
                    <a:pt x="69" y="0"/>
                    <a:pt x="53" y="7"/>
                  </a:cubicBezTo>
                  <a:cubicBezTo>
                    <a:pt x="17" y="21"/>
                    <a:pt x="0" y="62"/>
                    <a:pt x="14" y="98"/>
                  </a:cubicBezTo>
                  <a:cubicBezTo>
                    <a:pt x="21" y="115"/>
                    <a:pt x="34" y="130"/>
                    <a:pt x="52" y="137"/>
                  </a:cubicBezTo>
                  <a:cubicBezTo>
                    <a:pt x="61" y="140"/>
                    <a:pt x="69" y="142"/>
                    <a:pt x="78" y="142"/>
                  </a:cubicBezTo>
                  <a:cubicBezTo>
                    <a:pt x="88" y="142"/>
                    <a:pt x="97" y="140"/>
                    <a:pt x="106" y="136"/>
                  </a:cubicBezTo>
                  <a:cubicBezTo>
                    <a:pt x="139" y="120"/>
                    <a:pt x="155" y="81"/>
                    <a:pt x="141" y="47"/>
                  </a:cubicBezTo>
                  <a:cubicBezTo>
                    <a:pt x="135" y="29"/>
                    <a:pt x="122" y="15"/>
                    <a:pt x="10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12" name="任意多边形: 形状 511"/>
            <p:cNvSpPr/>
            <p:nvPr/>
          </p:nvSpPr>
          <p:spPr bwMode="auto">
            <a:xfrm>
              <a:off x="2442" y="1405"/>
              <a:ext cx="55" cy="50"/>
            </a:xfrm>
            <a:custGeom>
              <a:avLst/>
              <a:gdLst>
                <a:gd name="T0" fmla="*/ 60 w 150"/>
                <a:gd name="T1" fmla="*/ 135 h 137"/>
                <a:gd name="T2" fmla="*/ 75 w 150"/>
                <a:gd name="T3" fmla="*/ 137 h 137"/>
                <a:gd name="T4" fmla="*/ 111 w 150"/>
                <a:gd name="T5" fmla="*/ 126 h 137"/>
                <a:gd name="T6" fmla="*/ 132 w 150"/>
                <a:gd name="T7" fmla="*/ 36 h 137"/>
                <a:gd name="T8" fmla="*/ 91 w 150"/>
                <a:gd name="T9" fmla="*/ 4 h 137"/>
                <a:gd name="T10" fmla="*/ 42 w 150"/>
                <a:gd name="T11" fmla="*/ 11 h 137"/>
                <a:gd name="T12" fmla="*/ 18 w 150"/>
                <a:gd name="T13" fmla="*/ 103 h 137"/>
                <a:gd name="T14" fmla="*/ 60 w 150"/>
                <a:gd name="T15" fmla="*/ 13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" h="137">
                  <a:moveTo>
                    <a:pt x="60" y="135"/>
                  </a:moveTo>
                  <a:cubicBezTo>
                    <a:pt x="65" y="136"/>
                    <a:pt x="70" y="137"/>
                    <a:pt x="75" y="137"/>
                  </a:cubicBezTo>
                  <a:cubicBezTo>
                    <a:pt x="88" y="137"/>
                    <a:pt x="101" y="133"/>
                    <a:pt x="111" y="126"/>
                  </a:cubicBezTo>
                  <a:cubicBezTo>
                    <a:pt x="141" y="106"/>
                    <a:pt x="150" y="66"/>
                    <a:pt x="132" y="36"/>
                  </a:cubicBezTo>
                  <a:cubicBezTo>
                    <a:pt x="123" y="20"/>
                    <a:pt x="109" y="9"/>
                    <a:pt x="91" y="4"/>
                  </a:cubicBezTo>
                  <a:cubicBezTo>
                    <a:pt x="75" y="0"/>
                    <a:pt x="57" y="2"/>
                    <a:pt x="42" y="11"/>
                  </a:cubicBezTo>
                  <a:cubicBezTo>
                    <a:pt x="10" y="30"/>
                    <a:pt x="0" y="71"/>
                    <a:pt x="18" y="103"/>
                  </a:cubicBezTo>
                  <a:cubicBezTo>
                    <a:pt x="27" y="119"/>
                    <a:pt x="42" y="131"/>
                    <a:pt x="60" y="1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13" name="任意多边形: 形状 512"/>
            <p:cNvSpPr/>
            <p:nvPr/>
          </p:nvSpPr>
          <p:spPr bwMode="auto">
            <a:xfrm>
              <a:off x="2379" y="1281"/>
              <a:ext cx="52" cy="47"/>
            </a:xfrm>
            <a:custGeom>
              <a:avLst/>
              <a:gdLst>
                <a:gd name="T0" fmla="*/ 77 w 142"/>
                <a:gd name="T1" fmla="*/ 1 h 130"/>
                <a:gd name="T2" fmla="*/ 31 w 142"/>
                <a:gd name="T3" fmla="*/ 16 h 130"/>
                <a:gd name="T4" fmla="*/ 22 w 142"/>
                <a:gd name="T5" fmla="*/ 106 h 130"/>
                <a:gd name="T6" fmla="*/ 67 w 142"/>
                <a:gd name="T7" fmla="*/ 130 h 130"/>
                <a:gd name="T8" fmla="*/ 71 w 142"/>
                <a:gd name="T9" fmla="*/ 130 h 130"/>
                <a:gd name="T10" fmla="*/ 114 w 142"/>
                <a:gd name="T11" fmla="*/ 113 h 130"/>
                <a:gd name="T12" fmla="*/ 120 w 142"/>
                <a:gd name="T13" fmla="*/ 24 h 130"/>
                <a:gd name="T14" fmla="*/ 77 w 142"/>
                <a:gd name="T15" fmla="*/ 1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2" h="130">
                  <a:moveTo>
                    <a:pt x="77" y="1"/>
                  </a:moveTo>
                  <a:cubicBezTo>
                    <a:pt x="60" y="0"/>
                    <a:pt x="44" y="5"/>
                    <a:pt x="31" y="16"/>
                  </a:cubicBezTo>
                  <a:cubicBezTo>
                    <a:pt x="4" y="38"/>
                    <a:pt x="0" y="79"/>
                    <a:pt x="22" y="106"/>
                  </a:cubicBezTo>
                  <a:cubicBezTo>
                    <a:pt x="33" y="120"/>
                    <a:pt x="49" y="128"/>
                    <a:pt x="67" y="130"/>
                  </a:cubicBezTo>
                  <a:cubicBezTo>
                    <a:pt x="68" y="130"/>
                    <a:pt x="70" y="130"/>
                    <a:pt x="71" y="130"/>
                  </a:cubicBezTo>
                  <a:cubicBezTo>
                    <a:pt x="87" y="130"/>
                    <a:pt x="102" y="124"/>
                    <a:pt x="114" y="113"/>
                  </a:cubicBezTo>
                  <a:cubicBezTo>
                    <a:pt x="139" y="90"/>
                    <a:pt x="142" y="51"/>
                    <a:pt x="120" y="24"/>
                  </a:cubicBezTo>
                  <a:cubicBezTo>
                    <a:pt x="109" y="11"/>
                    <a:pt x="94" y="3"/>
                    <a:pt x="77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14" name="任意多边形: 形状 513"/>
            <p:cNvSpPr/>
            <p:nvPr/>
          </p:nvSpPr>
          <p:spPr bwMode="auto">
            <a:xfrm>
              <a:off x="2296" y="1165"/>
              <a:ext cx="50" cy="46"/>
            </a:xfrm>
            <a:custGeom>
              <a:avLst/>
              <a:gdLst>
                <a:gd name="T0" fmla="*/ 22 w 136"/>
                <a:gd name="T1" fmla="*/ 22 h 125"/>
                <a:gd name="T2" fmla="*/ 28 w 136"/>
                <a:gd name="T3" fmla="*/ 109 h 125"/>
                <a:gd name="T4" fmla="*/ 68 w 136"/>
                <a:gd name="T5" fmla="*/ 125 h 125"/>
                <a:gd name="T6" fmla="*/ 74 w 136"/>
                <a:gd name="T7" fmla="*/ 124 h 125"/>
                <a:gd name="T8" fmla="*/ 116 w 136"/>
                <a:gd name="T9" fmla="*/ 101 h 125"/>
                <a:gd name="T10" fmla="*/ 108 w 136"/>
                <a:gd name="T11" fmla="*/ 16 h 125"/>
                <a:gd name="T12" fmla="*/ 64 w 136"/>
                <a:gd name="T13" fmla="*/ 1 h 125"/>
                <a:gd name="T14" fmla="*/ 22 w 136"/>
                <a:gd name="T15" fmla="*/ 2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125">
                  <a:moveTo>
                    <a:pt x="22" y="22"/>
                  </a:moveTo>
                  <a:cubicBezTo>
                    <a:pt x="0" y="48"/>
                    <a:pt x="3" y="87"/>
                    <a:pt x="28" y="109"/>
                  </a:cubicBezTo>
                  <a:cubicBezTo>
                    <a:pt x="39" y="119"/>
                    <a:pt x="53" y="125"/>
                    <a:pt x="68" y="125"/>
                  </a:cubicBezTo>
                  <a:cubicBezTo>
                    <a:pt x="70" y="125"/>
                    <a:pt x="72" y="125"/>
                    <a:pt x="74" y="124"/>
                  </a:cubicBezTo>
                  <a:cubicBezTo>
                    <a:pt x="90" y="123"/>
                    <a:pt x="106" y="115"/>
                    <a:pt x="116" y="101"/>
                  </a:cubicBezTo>
                  <a:cubicBezTo>
                    <a:pt x="136" y="75"/>
                    <a:pt x="133" y="38"/>
                    <a:pt x="108" y="16"/>
                  </a:cubicBezTo>
                  <a:cubicBezTo>
                    <a:pt x="96" y="5"/>
                    <a:pt x="80" y="0"/>
                    <a:pt x="64" y="1"/>
                  </a:cubicBezTo>
                  <a:cubicBezTo>
                    <a:pt x="48" y="2"/>
                    <a:pt x="33" y="9"/>
                    <a:pt x="2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15" name="任意多边形: 形状 514"/>
            <p:cNvSpPr/>
            <p:nvPr/>
          </p:nvSpPr>
          <p:spPr bwMode="auto">
            <a:xfrm>
              <a:off x="2194" y="1062"/>
              <a:ext cx="48" cy="44"/>
            </a:xfrm>
            <a:custGeom>
              <a:avLst/>
              <a:gdLst>
                <a:gd name="T0" fmla="*/ 36 w 133"/>
                <a:gd name="T1" fmla="*/ 112 h 121"/>
                <a:gd name="T2" fmla="*/ 66 w 133"/>
                <a:gd name="T3" fmla="*/ 121 h 121"/>
                <a:gd name="T4" fmla="*/ 81 w 133"/>
                <a:gd name="T5" fmla="*/ 119 h 121"/>
                <a:gd name="T6" fmla="*/ 118 w 133"/>
                <a:gd name="T7" fmla="*/ 90 h 121"/>
                <a:gd name="T8" fmla="*/ 97 w 133"/>
                <a:gd name="T9" fmla="*/ 11 h 121"/>
                <a:gd name="T10" fmla="*/ 53 w 133"/>
                <a:gd name="T11" fmla="*/ 4 h 121"/>
                <a:gd name="T12" fmla="*/ 17 w 133"/>
                <a:gd name="T13" fmla="*/ 30 h 121"/>
                <a:gd name="T14" fmla="*/ 36 w 133"/>
                <a:gd name="T15" fmla="*/ 11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21">
                  <a:moveTo>
                    <a:pt x="36" y="112"/>
                  </a:moveTo>
                  <a:cubicBezTo>
                    <a:pt x="45" y="118"/>
                    <a:pt x="56" y="121"/>
                    <a:pt x="66" y="121"/>
                  </a:cubicBezTo>
                  <a:cubicBezTo>
                    <a:pt x="71" y="121"/>
                    <a:pt x="76" y="120"/>
                    <a:pt x="81" y="119"/>
                  </a:cubicBezTo>
                  <a:cubicBezTo>
                    <a:pt x="97" y="115"/>
                    <a:pt x="110" y="104"/>
                    <a:pt x="118" y="90"/>
                  </a:cubicBezTo>
                  <a:cubicBezTo>
                    <a:pt x="133" y="63"/>
                    <a:pt x="124" y="27"/>
                    <a:pt x="97" y="11"/>
                  </a:cubicBezTo>
                  <a:cubicBezTo>
                    <a:pt x="84" y="3"/>
                    <a:pt x="69" y="0"/>
                    <a:pt x="53" y="4"/>
                  </a:cubicBezTo>
                  <a:cubicBezTo>
                    <a:pt x="38" y="7"/>
                    <a:pt x="25" y="17"/>
                    <a:pt x="17" y="30"/>
                  </a:cubicBezTo>
                  <a:cubicBezTo>
                    <a:pt x="0" y="58"/>
                    <a:pt x="8" y="95"/>
                    <a:pt x="36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16" name="任意多边形: 形状 515"/>
            <p:cNvSpPr/>
            <p:nvPr/>
          </p:nvSpPr>
          <p:spPr bwMode="auto">
            <a:xfrm>
              <a:off x="2079" y="978"/>
              <a:ext cx="46" cy="42"/>
            </a:xfrm>
            <a:custGeom>
              <a:avLst/>
              <a:gdLst>
                <a:gd name="T0" fmla="*/ 116 w 126"/>
                <a:gd name="T1" fmla="*/ 77 h 115"/>
                <a:gd name="T2" fmla="*/ 85 w 126"/>
                <a:gd name="T3" fmla="*/ 6 h 115"/>
                <a:gd name="T4" fmla="*/ 42 w 126"/>
                <a:gd name="T5" fmla="*/ 6 h 115"/>
                <a:gd name="T6" fmla="*/ 12 w 126"/>
                <a:gd name="T7" fmla="*/ 37 h 115"/>
                <a:gd name="T8" fmla="*/ 42 w 126"/>
                <a:gd name="T9" fmla="*/ 111 h 115"/>
                <a:gd name="T10" fmla="*/ 63 w 126"/>
                <a:gd name="T11" fmla="*/ 115 h 115"/>
                <a:gd name="T12" fmla="*/ 86 w 126"/>
                <a:gd name="T13" fmla="*/ 110 h 115"/>
                <a:gd name="T14" fmla="*/ 116 w 126"/>
                <a:gd name="T15" fmla="*/ 7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6" h="115">
                  <a:moveTo>
                    <a:pt x="116" y="77"/>
                  </a:moveTo>
                  <a:cubicBezTo>
                    <a:pt x="126" y="49"/>
                    <a:pt x="112" y="17"/>
                    <a:pt x="85" y="6"/>
                  </a:cubicBezTo>
                  <a:cubicBezTo>
                    <a:pt x="71" y="0"/>
                    <a:pt x="56" y="0"/>
                    <a:pt x="42" y="6"/>
                  </a:cubicBezTo>
                  <a:cubicBezTo>
                    <a:pt x="28" y="12"/>
                    <a:pt x="17" y="23"/>
                    <a:pt x="12" y="37"/>
                  </a:cubicBezTo>
                  <a:cubicBezTo>
                    <a:pt x="0" y="66"/>
                    <a:pt x="14" y="99"/>
                    <a:pt x="42" y="111"/>
                  </a:cubicBezTo>
                  <a:cubicBezTo>
                    <a:pt x="49" y="114"/>
                    <a:pt x="56" y="115"/>
                    <a:pt x="63" y="115"/>
                  </a:cubicBezTo>
                  <a:cubicBezTo>
                    <a:pt x="71" y="115"/>
                    <a:pt x="79" y="113"/>
                    <a:pt x="86" y="110"/>
                  </a:cubicBezTo>
                  <a:cubicBezTo>
                    <a:pt x="100" y="104"/>
                    <a:pt x="111" y="92"/>
                    <a:pt x="116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17" name="任意多边形: 形状 516"/>
            <p:cNvSpPr/>
            <p:nvPr/>
          </p:nvSpPr>
          <p:spPr bwMode="auto">
            <a:xfrm>
              <a:off x="1956" y="915"/>
              <a:ext cx="43" cy="40"/>
            </a:xfrm>
            <a:custGeom>
              <a:avLst/>
              <a:gdLst>
                <a:gd name="T0" fmla="*/ 47 w 117"/>
                <a:gd name="T1" fmla="*/ 109 h 110"/>
                <a:gd name="T2" fmla="*/ 59 w 117"/>
                <a:gd name="T3" fmla="*/ 110 h 110"/>
                <a:gd name="T4" fmla="*/ 88 w 117"/>
                <a:gd name="T5" fmla="*/ 101 h 110"/>
                <a:gd name="T6" fmla="*/ 112 w 117"/>
                <a:gd name="T7" fmla="*/ 66 h 110"/>
                <a:gd name="T8" fmla="*/ 71 w 117"/>
                <a:gd name="T9" fmla="*/ 3 h 110"/>
                <a:gd name="T10" fmla="*/ 31 w 117"/>
                <a:gd name="T11" fmla="*/ 10 h 110"/>
                <a:gd name="T12" fmla="*/ 7 w 117"/>
                <a:gd name="T13" fmla="*/ 44 h 110"/>
                <a:gd name="T14" fmla="*/ 47 w 117"/>
                <a:gd name="T15" fmla="*/ 10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7" h="110">
                  <a:moveTo>
                    <a:pt x="47" y="109"/>
                  </a:moveTo>
                  <a:cubicBezTo>
                    <a:pt x="51" y="110"/>
                    <a:pt x="55" y="110"/>
                    <a:pt x="59" y="110"/>
                  </a:cubicBezTo>
                  <a:cubicBezTo>
                    <a:pt x="69" y="110"/>
                    <a:pt x="79" y="107"/>
                    <a:pt x="88" y="101"/>
                  </a:cubicBezTo>
                  <a:cubicBezTo>
                    <a:pt x="100" y="93"/>
                    <a:pt x="109" y="80"/>
                    <a:pt x="112" y="66"/>
                  </a:cubicBezTo>
                  <a:cubicBezTo>
                    <a:pt x="117" y="38"/>
                    <a:pt x="98" y="9"/>
                    <a:pt x="71" y="3"/>
                  </a:cubicBezTo>
                  <a:cubicBezTo>
                    <a:pt x="57" y="0"/>
                    <a:pt x="43" y="2"/>
                    <a:pt x="31" y="10"/>
                  </a:cubicBezTo>
                  <a:cubicBezTo>
                    <a:pt x="18" y="18"/>
                    <a:pt x="10" y="30"/>
                    <a:pt x="7" y="44"/>
                  </a:cubicBezTo>
                  <a:cubicBezTo>
                    <a:pt x="0" y="73"/>
                    <a:pt x="18" y="102"/>
                    <a:pt x="47" y="1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18" name="任意多边形: 形状 517"/>
            <p:cNvSpPr/>
            <p:nvPr/>
          </p:nvSpPr>
          <p:spPr bwMode="auto">
            <a:xfrm>
              <a:off x="1828" y="873"/>
              <a:ext cx="38" cy="38"/>
            </a:xfrm>
            <a:custGeom>
              <a:avLst/>
              <a:gdLst>
                <a:gd name="T0" fmla="*/ 49 w 104"/>
                <a:gd name="T1" fmla="*/ 104 h 104"/>
                <a:gd name="T2" fmla="*/ 87 w 104"/>
                <a:gd name="T3" fmla="*/ 90 h 104"/>
                <a:gd name="T4" fmla="*/ 103 w 104"/>
                <a:gd name="T5" fmla="*/ 53 h 104"/>
                <a:gd name="T6" fmla="*/ 56 w 104"/>
                <a:gd name="T7" fmla="*/ 1 h 104"/>
                <a:gd name="T8" fmla="*/ 19 w 104"/>
                <a:gd name="T9" fmla="*/ 13 h 104"/>
                <a:gd name="T10" fmla="*/ 2 w 104"/>
                <a:gd name="T11" fmla="*/ 49 h 104"/>
                <a:gd name="T12" fmla="*/ 49 w 104"/>
                <a:gd name="T13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104">
                  <a:moveTo>
                    <a:pt x="49" y="104"/>
                  </a:moveTo>
                  <a:cubicBezTo>
                    <a:pt x="65" y="104"/>
                    <a:pt x="77" y="99"/>
                    <a:pt x="87" y="90"/>
                  </a:cubicBezTo>
                  <a:cubicBezTo>
                    <a:pt x="97" y="81"/>
                    <a:pt x="103" y="67"/>
                    <a:pt x="103" y="53"/>
                  </a:cubicBezTo>
                  <a:cubicBezTo>
                    <a:pt x="104" y="26"/>
                    <a:pt x="83" y="2"/>
                    <a:pt x="56" y="1"/>
                  </a:cubicBezTo>
                  <a:cubicBezTo>
                    <a:pt x="42" y="0"/>
                    <a:pt x="29" y="4"/>
                    <a:pt x="19" y="13"/>
                  </a:cubicBezTo>
                  <a:cubicBezTo>
                    <a:pt x="9" y="22"/>
                    <a:pt x="2" y="35"/>
                    <a:pt x="2" y="49"/>
                  </a:cubicBezTo>
                  <a:cubicBezTo>
                    <a:pt x="0" y="77"/>
                    <a:pt x="21" y="102"/>
                    <a:pt x="49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19" name="任意多边形: 形状 518"/>
            <p:cNvSpPr/>
            <p:nvPr/>
          </p:nvSpPr>
          <p:spPr bwMode="auto">
            <a:xfrm>
              <a:off x="1694" y="850"/>
              <a:ext cx="37" cy="37"/>
            </a:xfrm>
            <a:custGeom>
              <a:avLst/>
              <a:gdLst>
                <a:gd name="T0" fmla="*/ 51 w 100"/>
                <a:gd name="T1" fmla="*/ 101 h 101"/>
                <a:gd name="T2" fmla="*/ 56 w 100"/>
                <a:gd name="T3" fmla="*/ 101 h 101"/>
                <a:gd name="T4" fmla="*/ 89 w 100"/>
                <a:gd name="T5" fmla="*/ 82 h 101"/>
                <a:gd name="T6" fmla="*/ 99 w 100"/>
                <a:gd name="T7" fmla="*/ 45 h 101"/>
                <a:gd name="T8" fmla="*/ 46 w 100"/>
                <a:gd name="T9" fmla="*/ 3 h 101"/>
                <a:gd name="T10" fmla="*/ 3 w 100"/>
                <a:gd name="T11" fmla="*/ 57 h 101"/>
                <a:gd name="T12" fmla="*/ 20 w 100"/>
                <a:gd name="T13" fmla="*/ 90 h 101"/>
                <a:gd name="T14" fmla="*/ 51 w 100"/>
                <a:gd name="T15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0" h="101">
                  <a:moveTo>
                    <a:pt x="51" y="101"/>
                  </a:moveTo>
                  <a:cubicBezTo>
                    <a:pt x="52" y="101"/>
                    <a:pt x="54" y="101"/>
                    <a:pt x="56" y="101"/>
                  </a:cubicBezTo>
                  <a:cubicBezTo>
                    <a:pt x="69" y="99"/>
                    <a:pt x="80" y="93"/>
                    <a:pt x="89" y="82"/>
                  </a:cubicBezTo>
                  <a:cubicBezTo>
                    <a:pt x="97" y="72"/>
                    <a:pt x="100" y="58"/>
                    <a:pt x="99" y="45"/>
                  </a:cubicBezTo>
                  <a:cubicBezTo>
                    <a:pt x="95" y="19"/>
                    <a:pt x="71" y="0"/>
                    <a:pt x="46" y="3"/>
                  </a:cubicBezTo>
                  <a:cubicBezTo>
                    <a:pt x="19" y="6"/>
                    <a:pt x="0" y="30"/>
                    <a:pt x="3" y="57"/>
                  </a:cubicBezTo>
                  <a:cubicBezTo>
                    <a:pt x="4" y="70"/>
                    <a:pt x="10" y="82"/>
                    <a:pt x="20" y="90"/>
                  </a:cubicBezTo>
                  <a:cubicBezTo>
                    <a:pt x="29" y="97"/>
                    <a:pt x="40" y="101"/>
                    <a:pt x="51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20" name="任意多边形: 形状 519"/>
            <p:cNvSpPr/>
            <p:nvPr/>
          </p:nvSpPr>
          <p:spPr bwMode="auto">
            <a:xfrm>
              <a:off x="1558" y="848"/>
              <a:ext cx="36" cy="36"/>
            </a:xfrm>
            <a:custGeom>
              <a:avLst/>
              <a:gdLst>
                <a:gd name="T0" fmla="*/ 63 w 99"/>
                <a:gd name="T1" fmla="*/ 97 h 98"/>
                <a:gd name="T2" fmla="*/ 91 w 99"/>
                <a:gd name="T3" fmla="*/ 74 h 98"/>
                <a:gd name="T4" fmla="*/ 95 w 99"/>
                <a:gd name="T5" fmla="*/ 38 h 98"/>
                <a:gd name="T6" fmla="*/ 39 w 99"/>
                <a:gd name="T7" fmla="*/ 7 h 98"/>
                <a:gd name="T8" fmla="*/ 7 w 99"/>
                <a:gd name="T9" fmla="*/ 64 h 98"/>
                <a:gd name="T10" fmla="*/ 29 w 99"/>
                <a:gd name="T11" fmla="*/ 92 h 98"/>
                <a:gd name="T12" fmla="*/ 51 w 99"/>
                <a:gd name="T13" fmla="*/ 98 h 98"/>
                <a:gd name="T14" fmla="*/ 63 w 99"/>
                <a:gd name="T15" fmla="*/ 97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" h="98">
                  <a:moveTo>
                    <a:pt x="63" y="97"/>
                  </a:moveTo>
                  <a:cubicBezTo>
                    <a:pt x="75" y="93"/>
                    <a:pt x="85" y="85"/>
                    <a:pt x="91" y="74"/>
                  </a:cubicBezTo>
                  <a:cubicBezTo>
                    <a:pt x="97" y="63"/>
                    <a:pt x="99" y="50"/>
                    <a:pt x="95" y="38"/>
                  </a:cubicBezTo>
                  <a:cubicBezTo>
                    <a:pt x="88" y="14"/>
                    <a:pt x="63" y="0"/>
                    <a:pt x="39" y="7"/>
                  </a:cubicBezTo>
                  <a:cubicBezTo>
                    <a:pt x="15" y="14"/>
                    <a:pt x="0" y="39"/>
                    <a:pt x="7" y="64"/>
                  </a:cubicBezTo>
                  <a:cubicBezTo>
                    <a:pt x="10" y="76"/>
                    <a:pt x="18" y="86"/>
                    <a:pt x="29" y="92"/>
                  </a:cubicBezTo>
                  <a:cubicBezTo>
                    <a:pt x="36" y="96"/>
                    <a:pt x="43" y="98"/>
                    <a:pt x="51" y="98"/>
                  </a:cubicBezTo>
                  <a:cubicBezTo>
                    <a:pt x="55" y="98"/>
                    <a:pt x="59" y="98"/>
                    <a:pt x="63" y="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21" name="任意多边形: 形状 520"/>
            <p:cNvSpPr/>
            <p:nvPr/>
          </p:nvSpPr>
          <p:spPr bwMode="auto">
            <a:xfrm>
              <a:off x="1424" y="867"/>
              <a:ext cx="35" cy="34"/>
            </a:xfrm>
            <a:custGeom>
              <a:avLst/>
              <a:gdLst>
                <a:gd name="T0" fmla="*/ 10 w 95"/>
                <a:gd name="T1" fmla="*/ 68 h 93"/>
                <a:gd name="T2" fmla="*/ 35 w 95"/>
                <a:gd name="T3" fmla="*/ 91 h 93"/>
                <a:gd name="T4" fmla="*/ 50 w 95"/>
                <a:gd name="T5" fmla="*/ 93 h 93"/>
                <a:gd name="T6" fmla="*/ 68 w 95"/>
                <a:gd name="T7" fmla="*/ 89 h 93"/>
                <a:gd name="T8" fmla="*/ 91 w 95"/>
                <a:gd name="T9" fmla="*/ 64 h 93"/>
                <a:gd name="T10" fmla="*/ 89 w 95"/>
                <a:gd name="T11" fmla="*/ 30 h 93"/>
                <a:gd name="T12" fmla="*/ 31 w 95"/>
                <a:gd name="T13" fmla="*/ 10 h 93"/>
                <a:gd name="T14" fmla="*/ 10 w 95"/>
                <a:gd name="T15" fmla="*/ 68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" h="93">
                  <a:moveTo>
                    <a:pt x="10" y="68"/>
                  </a:moveTo>
                  <a:cubicBezTo>
                    <a:pt x="15" y="79"/>
                    <a:pt x="24" y="87"/>
                    <a:pt x="35" y="91"/>
                  </a:cubicBezTo>
                  <a:cubicBezTo>
                    <a:pt x="40" y="93"/>
                    <a:pt x="45" y="93"/>
                    <a:pt x="50" y="93"/>
                  </a:cubicBezTo>
                  <a:cubicBezTo>
                    <a:pt x="56" y="93"/>
                    <a:pt x="62" y="92"/>
                    <a:pt x="68" y="89"/>
                  </a:cubicBezTo>
                  <a:cubicBezTo>
                    <a:pt x="79" y="84"/>
                    <a:pt x="87" y="75"/>
                    <a:pt x="91" y="64"/>
                  </a:cubicBezTo>
                  <a:cubicBezTo>
                    <a:pt x="95" y="53"/>
                    <a:pt x="94" y="41"/>
                    <a:pt x="89" y="30"/>
                  </a:cubicBezTo>
                  <a:cubicBezTo>
                    <a:pt x="78" y="9"/>
                    <a:pt x="53" y="0"/>
                    <a:pt x="31" y="10"/>
                  </a:cubicBezTo>
                  <a:cubicBezTo>
                    <a:pt x="10" y="20"/>
                    <a:pt x="0" y="46"/>
                    <a:pt x="10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22" name="任意多边形: 形状 521"/>
            <p:cNvSpPr/>
            <p:nvPr/>
          </p:nvSpPr>
          <p:spPr bwMode="auto">
            <a:xfrm>
              <a:off x="1294" y="907"/>
              <a:ext cx="32" cy="32"/>
            </a:xfrm>
            <a:custGeom>
              <a:avLst/>
              <a:gdLst>
                <a:gd name="T0" fmla="*/ 40 w 89"/>
                <a:gd name="T1" fmla="*/ 88 h 88"/>
                <a:gd name="T2" fmla="*/ 47 w 89"/>
                <a:gd name="T3" fmla="*/ 88 h 88"/>
                <a:gd name="T4" fmla="*/ 70 w 89"/>
                <a:gd name="T5" fmla="*/ 81 h 88"/>
                <a:gd name="T6" fmla="*/ 87 w 89"/>
                <a:gd name="T7" fmla="*/ 54 h 88"/>
                <a:gd name="T8" fmla="*/ 80 w 89"/>
                <a:gd name="T9" fmla="*/ 23 h 88"/>
                <a:gd name="T10" fmla="*/ 23 w 89"/>
                <a:gd name="T11" fmla="*/ 13 h 88"/>
                <a:gd name="T12" fmla="*/ 13 w 89"/>
                <a:gd name="T13" fmla="*/ 70 h 88"/>
                <a:gd name="T14" fmla="*/ 40 w 89"/>
                <a:gd name="T1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9" h="88">
                  <a:moveTo>
                    <a:pt x="40" y="88"/>
                  </a:moveTo>
                  <a:cubicBezTo>
                    <a:pt x="42" y="88"/>
                    <a:pt x="44" y="88"/>
                    <a:pt x="47" y="88"/>
                  </a:cubicBezTo>
                  <a:cubicBezTo>
                    <a:pt x="55" y="88"/>
                    <a:pt x="63" y="86"/>
                    <a:pt x="70" y="81"/>
                  </a:cubicBezTo>
                  <a:cubicBezTo>
                    <a:pt x="79" y="75"/>
                    <a:pt x="85" y="65"/>
                    <a:pt x="87" y="54"/>
                  </a:cubicBezTo>
                  <a:cubicBezTo>
                    <a:pt x="89" y="43"/>
                    <a:pt x="86" y="32"/>
                    <a:pt x="80" y="23"/>
                  </a:cubicBezTo>
                  <a:cubicBezTo>
                    <a:pt x="67" y="4"/>
                    <a:pt x="42" y="0"/>
                    <a:pt x="23" y="13"/>
                  </a:cubicBezTo>
                  <a:cubicBezTo>
                    <a:pt x="5" y="26"/>
                    <a:pt x="0" y="52"/>
                    <a:pt x="13" y="70"/>
                  </a:cubicBezTo>
                  <a:cubicBezTo>
                    <a:pt x="19" y="80"/>
                    <a:pt x="29" y="86"/>
                    <a:pt x="40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23" name="任意多边形: 形状 522"/>
            <p:cNvSpPr/>
            <p:nvPr/>
          </p:nvSpPr>
          <p:spPr bwMode="auto">
            <a:xfrm>
              <a:off x="1170" y="968"/>
              <a:ext cx="31" cy="29"/>
            </a:xfrm>
            <a:custGeom>
              <a:avLst/>
              <a:gdLst>
                <a:gd name="T0" fmla="*/ 42 w 84"/>
                <a:gd name="T1" fmla="*/ 78 h 78"/>
                <a:gd name="T2" fmla="*/ 69 w 84"/>
                <a:gd name="T3" fmla="*/ 67 h 78"/>
                <a:gd name="T4" fmla="*/ 69 w 84"/>
                <a:gd name="T5" fmla="*/ 11 h 78"/>
                <a:gd name="T6" fmla="*/ 42 w 84"/>
                <a:gd name="T7" fmla="*/ 0 h 78"/>
                <a:gd name="T8" fmla="*/ 15 w 84"/>
                <a:gd name="T9" fmla="*/ 12 h 78"/>
                <a:gd name="T10" fmla="*/ 15 w 84"/>
                <a:gd name="T11" fmla="*/ 67 h 78"/>
                <a:gd name="T12" fmla="*/ 42 w 84"/>
                <a:gd name="T13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8">
                  <a:moveTo>
                    <a:pt x="42" y="78"/>
                  </a:moveTo>
                  <a:cubicBezTo>
                    <a:pt x="52" y="78"/>
                    <a:pt x="62" y="74"/>
                    <a:pt x="69" y="67"/>
                  </a:cubicBezTo>
                  <a:cubicBezTo>
                    <a:pt x="84" y="51"/>
                    <a:pt x="84" y="26"/>
                    <a:pt x="69" y="11"/>
                  </a:cubicBezTo>
                  <a:cubicBezTo>
                    <a:pt x="61" y="4"/>
                    <a:pt x="52" y="0"/>
                    <a:pt x="42" y="0"/>
                  </a:cubicBezTo>
                  <a:cubicBezTo>
                    <a:pt x="32" y="0"/>
                    <a:pt x="22" y="4"/>
                    <a:pt x="15" y="12"/>
                  </a:cubicBezTo>
                  <a:cubicBezTo>
                    <a:pt x="0" y="27"/>
                    <a:pt x="0" y="51"/>
                    <a:pt x="15" y="67"/>
                  </a:cubicBezTo>
                  <a:cubicBezTo>
                    <a:pt x="22" y="74"/>
                    <a:pt x="32" y="78"/>
                    <a:pt x="42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24" name="任意多边形: 形状 523"/>
            <p:cNvSpPr/>
            <p:nvPr/>
          </p:nvSpPr>
          <p:spPr bwMode="auto">
            <a:xfrm>
              <a:off x="1054" y="1048"/>
              <a:ext cx="30" cy="27"/>
            </a:xfrm>
            <a:custGeom>
              <a:avLst/>
              <a:gdLst>
                <a:gd name="T0" fmla="*/ 71 w 82"/>
                <a:gd name="T1" fmla="*/ 58 h 74"/>
                <a:gd name="T2" fmla="*/ 61 w 82"/>
                <a:gd name="T3" fmla="*/ 7 h 74"/>
                <a:gd name="T4" fmla="*/ 34 w 82"/>
                <a:gd name="T5" fmla="*/ 2 h 74"/>
                <a:gd name="T6" fmla="*/ 11 w 82"/>
                <a:gd name="T7" fmla="*/ 17 h 74"/>
                <a:gd name="T8" fmla="*/ 20 w 82"/>
                <a:gd name="T9" fmla="*/ 67 h 74"/>
                <a:gd name="T10" fmla="*/ 41 w 82"/>
                <a:gd name="T11" fmla="*/ 74 h 74"/>
                <a:gd name="T12" fmla="*/ 48 w 82"/>
                <a:gd name="T13" fmla="*/ 73 h 74"/>
                <a:gd name="T14" fmla="*/ 71 w 82"/>
                <a:gd name="T15" fmla="*/ 58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" h="74">
                  <a:moveTo>
                    <a:pt x="71" y="58"/>
                  </a:moveTo>
                  <a:cubicBezTo>
                    <a:pt x="82" y="41"/>
                    <a:pt x="77" y="18"/>
                    <a:pt x="61" y="7"/>
                  </a:cubicBezTo>
                  <a:cubicBezTo>
                    <a:pt x="53" y="2"/>
                    <a:pt x="43" y="0"/>
                    <a:pt x="34" y="2"/>
                  </a:cubicBezTo>
                  <a:cubicBezTo>
                    <a:pt x="24" y="4"/>
                    <a:pt x="16" y="9"/>
                    <a:pt x="11" y="17"/>
                  </a:cubicBezTo>
                  <a:cubicBezTo>
                    <a:pt x="0" y="34"/>
                    <a:pt x="4" y="56"/>
                    <a:pt x="20" y="67"/>
                  </a:cubicBezTo>
                  <a:cubicBezTo>
                    <a:pt x="26" y="72"/>
                    <a:pt x="33" y="74"/>
                    <a:pt x="41" y="74"/>
                  </a:cubicBezTo>
                  <a:cubicBezTo>
                    <a:pt x="43" y="74"/>
                    <a:pt x="45" y="74"/>
                    <a:pt x="48" y="73"/>
                  </a:cubicBezTo>
                  <a:cubicBezTo>
                    <a:pt x="57" y="71"/>
                    <a:pt x="65" y="66"/>
                    <a:pt x="71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25" name="任意多边形: 形状 524"/>
            <p:cNvSpPr/>
            <p:nvPr/>
          </p:nvSpPr>
          <p:spPr bwMode="auto">
            <a:xfrm>
              <a:off x="949" y="1148"/>
              <a:ext cx="27" cy="26"/>
            </a:xfrm>
            <a:custGeom>
              <a:avLst/>
              <a:gdLst>
                <a:gd name="T0" fmla="*/ 25 w 76"/>
                <a:gd name="T1" fmla="*/ 66 h 69"/>
                <a:gd name="T2" fmla="*/ 38 w 76"/>
                <a:gd name="T3" fmla="*/ 69 h 69"/>
                <a:gd name="T4" fmla="*/ 51 w 76"/>
                <a:gd name="T5" fmla="*/ 66 h 69"/>
                <a:gd name="T6" fmla="*/ 69 w 76"/>
                <a:gd name="T7" fmla="*/ 48 h 69"/>
                <a:gd name="T8" fmla="*/ 51 w 76"/>
                <a:gd name="T9" fmla="*/ 4 h 69"/>
                <a:gd name="T10" fmla="*/ 25 w 76"/>
                <a:gd name="T11" fmla="*/ 4 h 69"/>
                <a:gd name="T12" fmla="*/ 7 w 76"/>
                <a:gd name="T13" fmla="*/ 22 h 69"/>
                <a:gd name="T14" fmla="*/ 25 w 76"/>
                <a:gd name="T15" fmla="*/ 6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69">
                  <a:moveTo>
                    <a:pt x="25" y="66"/>
                  </a:moveTo>
                  <a:cubicBezTo>
                    <a:pt x="29" y="68"/>
                    <a:pt x="33" y="69"/>
                    <a:pt x="38" y="69"/>
                  </a:cubicBezTo>
                  <a:cubicBezTo>
                    <a:pt x="42" y="69"/>
                    <a:pt x="46" y="68"/>
                    <a:pt x="51" y="66"/>
                  </a:cubicBezTo>
                  <a:cubicBezTo>
                    <a:pt x="59" y="63"/>
                    <a:pt x="65" y="56"/>
                    <a:pt x="69" y="48"/>
                  </a:cubicBezTo>
                  <a:cubicBezTo>
                    <a:pt x="76" y="31"/>
                    <a:pt x="68" y="11"/>
                    <a:pt x="51" y="4"/>
                  </a:cubicBezTo>
                  <a:cubicBezTo>
                    <a:pt x="43" y="0"/>
                    <a:pt x="34" y="0"/>
                    <a:pt x="25" y="4"/>
                  </a:cubicBezTo>
                  <a:cubicBezTo>
                    <a:pt x="17" y="7"/>
                    <a:pt x="10" y="13"/>
                    <a:pt x="7" y="22"/>
                  </a:cubicBezTo>
                  <a:cubicBezTo>
                    <a:pt x="0" y="39"/>
                    <a:pt x="8" y="59"/>
                    <a:pt x="25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26" name="任意多边形: 形状 525"/>
            <p:cNvSpPr/>
            <p:nvPr/>
          </p:nvSpPr>
          <p:spPr bwMode="auto">
            <a:xfrm>
              <a:off x="1049" y="2352"/>
              <a:ext cx="82" cy="74"/>
            </a:xfrm>
            <a:custGeom>
              <a:avLst/>
              <a:gdLst>
                <a:gd name="T0" fmla="*/ 30 w 222"/>
                <a:gd name="T1" fmla="*/ 44 h 204"/>
                <a:gd name="T2" fmla="*/ 48 w 222"/>
                <a:gd name="T3" fmla="*/ 181 h 204"/>
                <a:gd name="T4" fmla="*/ 110 w 222"/>
                <a:gd name="T5" fmla="*/ 204 h 204"/>
                <a:gd name="T6" fmla="*/ 120 w 222"/>
                <a:gd name="T7" fmla="*/ 204 h 204"/>
                <a:gd name="T8" fmla="*/ 187 w 222"/>
                <a:gd name="T9" fmla="*/ 167 h 204"/>
                <a:gd name="T10" fmla="*/ 173 w 222"/>
                <a:gd name="T11" fmla="*/ 26 h 204"/>
                <a:gd name="T12" fmla="*/ 98 w 222"/>
                <a:gd name="T13" fmla="*/ 4 h 204"/>
                <a:gd name="T14" fmla="*/ 30 w 222"/>
                <a:gd name="T15" fmla="*/ 4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2" h="204">
                  <a:moveTo>
                    <a:pt x="30" y="44"/>
                  </a:moveTo>
                  <a:cubicBezTo>
                    <a:pt x="0" y="87"/>
                    <a:pt x="8" y="147"/>
                    <a:pt x="48" y="181"/>
                  </a:cubicBezTo>
                  <a:cubicBezTo>
                    <a:pt x="66" y="196"/>
                    <a:pt x="88" y="204"/>
                    <a:pt x="110" y="204"/>
                  </a:cubicBezTo>
                  <a:cubicBezTo>
                    <a:pt x="114" y="204"/>
                    <a:pt x="117" y="204"/>
                    <a:pt x="120" y="204"/>
                  </a:cubicBezTo>
                  <a:cubicBezTo>
                    <a:pt x="146" y="201"/>
                    <a:pt x="170" y="188"/>
                    <a:pt x="187" y="167"/>
                  </a:cubicBezTo>
                  <a:cubicBezTo>
                    <a:pt x="222" y="124"/>
                    <a:pt x="215" y="61"/>
                    <a:pt x="173" y="26"/>
                  </a:cubicBezTo>
                  <a:cubicBezTo>
                    <a:pt x="153" y="8"/>
                    <a:pt x="125" y="0"/>
                    <a:pt x="98" y="4"/>
                  </a:cubicBezTo>
                  <a:cubicBezTo>
                    <a:pt x="71" y="7"/>
                    <a:pt x="46" y="22"/>
                    <a:pt x="30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27" name="任意多边形: 形状 526"/>
            <p:cNvSpPr/>
            <p:nvPr/>
          </p:nvSpPr>
          <p:spPr bwMode="auto">
            <a:xfrm>
              <a:off x="1147" y="2432"/>
              <a:ext cx="80" cy="73"/>
            </a:xfrm>
            <a:custGeom>
              <a:avLst/>
              <a:gdLst>
                <a:gd name="T0" fmla="*/ 83 w 220"/>
                <a:gd name="T1" fmla="*/ 7 h 200"/>
                <a:gd name="T2" fmla="*/ 23 w 220"/>
                <a:gd name="T3" fmla="*/ 57 h 200"/>
                <a:gd name="T4" fmla="*/ 61 w 220"/>
                <a:gd name="T5" fmla="*/ 186 h 200"/>
                <a:gd name="T6" fmla="*/ 109 w 220"/>
                <a:gd name="T7" fmla="*/ 200 h 200"/>
                <a:gd name="T8" fmla="*/ 134 w 220"/>
                <a:gd name="T9" fmla="*/ 197 h 200"/>
                <a:gd name="T10" fmla="*/ 193 w 220"/>
                <a:gd name="T11" fmla="*/ 151 h 200"/>
                <a:gd name="T12" fmla="*/ 158 w 220"/>
                <a:gd name="T13" fmla="*/ 16 h 200"/>
                <a:gd name="T14" fmla="*/ 83 w 220"/>
                <a:gd name="T15" fmla="*/ 7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0" h="200">
                  <a:moveTo>
                    <a:pt x="83" y="7"/>
                  </a:moveTo>
                  <a:cubicBezTo>
                    <a:pt x="57" y="15"/>
                    <a:pt x="35" y="33"/>
                    <a:pt x="23" y="57"/>
                  </a:cubicBezTo>
                  <a:cubicBezTo>
                    <a:pt x="0" y="103"/>
                    <a:pt x="17" y="160"/>
                    <a:pt x="61" y="186"/>
                  </a:cubicBezTo>
                  <a:cubicBezTo>
                    <a:pt x="76" y="195"/>
                    <a:pt x="92" y="200"/>
                    <a:pt x="109" y="200"/>
                  </a:cubicBezTo>
                  <a:cubicBezTo>
                    <a:pt x="117" y="200"/>
                    <a:pt x="126" y="199"/>
                    <a:pt x="134" y="197"/>
                  </a:cubicBezTo>
                  <a:cubicBezTo>
                    <a:pt x="159" y="190"/>
                    <a:pt x="180" y="174"/>
                    <a:pt x="193" y="151"/>
                  </a:cubicBezTo>
                  <a:cubicBezTo>
                    <a:pt x="220" y="104"/>
                    <a:pt x="204" y="44"/>
                    <a:pt x="158" y="16"/>
                  </a:cubicBezTo>
                  <a:cubicBezTo>
                    <a:pt x="136" y="3"/>
                    <a:pt x="108" y="0"/>
                    <a:pt x="8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28" name="任意多边形: 形状 527"/>
            <p:cNvSpPr/>
            <p:nvPr/>
          </p:nvSpPr>
          <p:spPr bwMode="auto">
            <a:xfrm>
              <a:off x="1254" y="2494"/>
              <a:ext cx="78" cy="71"/>
            </a:xfrm>
            <a:custGeom>
              <a:avLst/>
              <a:gdLst>
                <a:gd name="T0" fmla="*/ 16 w 213"/>
                <a:gd name="T1" fmla="*/ 70 h 195"/>
                <a:gd name="T2" fmla="*/ 71 w 213"/>
                <a:gd name="T3" fmla="*/ 189 h 195"/>
                <a:gd name="T4" fmla="*/ 106 w 213"/>
                <a:gd name="T5" fmla="*/ 195 h 195"/>
                <a:gd name="T6" fmla="*/ 143 w 213"/>
                <a:gd name="T7" fmla="*/ 188 h 195"/>
                <a:gd name="T8" fmla="*/ 194 w 213"/>
                <a:gd name="T9" fmla="*/ 134 h 195"/>
                <a:gd name="T10" fmla="*/ 140 w 213"/>
                <a:gd name="T11" fmla="*/ 10 h 195"/>
                <a:gd name="T12" fmla="*/ 66 w 213"/>
                <a:gd name="T13" fmla="*/ 12 h 195"/>
                <a:gd name="T14" fmla="*/ 16 w 213"/>
                <a:gd name="T15" fmla="*/ 7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" h="195">
                  <a:moveTo>
                    <a:pt x="16" y="70"/>
                  </a:moveTo>
                  <a:cubicBezTo>
                    <a:pt x="0" y="118"/>
                    <a:pt x="25" y="170"/>
                    <a:pt x="71" y="189"/>
                  </a:cubicBezTo>
                  <a:cubicBezTo>
                    <a:pt x="83" y="193"/>
                    <a:pt x="94" y="195"/>
                    <a:pt x="106" y="195"/>
                  </a:cubicBezTo>
                  <a:cubicBezTo>
                    <a:pt x="118" y="195"/>
                    <a:pt x="131" y="193"/>
                    <a:pt x="143" y="188"/>
                  </a:cubicBezTo>
                  <a:cubicBezTo>
                    <a:pt x="166" y="177"/>
                    <a:pt x="184" y="158"/>
                    <a:pt x="194" y="134"/>
                  </a:cubicBezTo>
                  <a:cubicBezTo>
                    <a:pt x="213" y="85"/>
                    <a:pt x="189" y="29"/>
                    <a:pt x="140" y="10"/>
                  </a:cubicBezTo>
                  <a:cubicBezTo>
                    <a:pt x="117" y="0"/>
                    <a:pt x="89" y="1"/>
                    <a:pt x="66" y="12"/>
                  </a:cubicBezTo>
                  <a:cubicBezTo>
                    <a:pt x="42" y="24"/>
                    <a:pt x="24" y="45"/>
                    <a:pt x="16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29" name="任意多边形: 形状 528"/>
            <p:cNvSpPr/>
            <p:nvPr/>
          </p:nvSpPr>
          <p:spPr bwMode="auto">
            <a:xfrm>
              <a:off x="1368" y="2538"/>
              <a:ext cx="73" cy="70"/>
            </a:xfrm>
            <a:custGeom>
              <a:avLst/>
              <a:gdLst>
                <a:gd name="T0" fmla="*/ 118 w 200"/>
                <a:gd name="T1" fmla="*/ 5 h 191"/>
                <a:gd name="T2" fmla="*/ 47 w 200"/>
                <a:gd name="T3" fmla="*/ 19 h 191"/>
                <a:gd name="T4" fmla="*/ 7 w 200"/>
                <a:gd name="T5" fmla="*/ 82 h 191"/>
                <a:gd name="T6" fmla="*/ 78 w 200"/>
                <a:gd name="T7" fmla="*/ 189 h 191"/>
                <a:gd name="T8" fmla="*/ 99 w 200"/>
                <a:gd name="T9" fmla="*/ 191 h 191"/>
                <a:gd name="T10" fmla="*/ 147 w 200"/>
                <a:gd name="T11" fmla="*/ 177 h 191"/>
                <a:gd name="T12" fmla="*/ 189 w 200"/>
                <a:gd name="T13" fmla="*/ 117 h 191"/>
                <a:gd name="T14" fmla="*/ 118 w 200"/>
                <a:gd name="T15" fmla="*/ 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0" h="191">
                  <a:moveTo>
                    <a:pt x="118" y="5"/>
                  </a:moveTo>
                  <a:cubicBezTo>
                    <a:pt x="94" y="0"/>
                    <a:pt x="69" y="5"/>
                    <a:pt x="47" y="19"/>
                  </a:cubicBezTo>
                  <a:cubicBezTo>
                    <a:pt x="26" y="34"/>
                    <a:pt x="11" y="57"/>
                    <a:pt x="7" y="82"/>
                  </a:cubicBezTo>
                  <a:cubicBezTo>
                    <a:pt x="0" y="130"/>
                    <a:pt x="31" y="178"/>
                    <a:pt x="78" y="189"/>
                  </a:cubicBezTo>
                  <a:cubicBezTo>
                    <a:pt x="85" y="190"/>
                    <a:pt x="92" y="191"/>
                    <a:pt x="99" y="191"/>
                  </a:cubicBezTo>
                  <a:cubicBezTo>
                    <a:pt x="116" y="191"/>
                    <a:pt x="132" y="186"/>
                    <a:pt x="147" y="177"/>
                  </a:cubicBezTo>
                  <a:cubicBezTo>
                    <a:pt x="168" y="163"/>
                    <a:pt x="183" y="142"/>
                    <a:pt x="189" y="117"/>
                  </a:cubicBezTo>
                  <a:cubicBezTo>
                    <a:pt x="200" y="67"/>
                    <a:pt x="168" y="17"/>
                    <a:pt x="11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30" name="任意多边形: 形状 529"/>
            <p:cNvSpPr/>
            <p:nvPr/>
          </p:nvSpPr>
          <p:spPr bwMode="auto">
            <a:xfrm>
              <a:off x="1486" y="2565"/>
              <a:ext cx="67" cy="68"/>
            </a:xfrm>
            <a:custGeom>
              <a:avLst/>
              <a:gdLst>
                <a:gd name="T0" fmla="*/ 97 w 184"/>
                <a:gd name="T1" fmla="*/ 2 h 185"/>
                <a:gd name="T2" fmla="*/ 30 w 184"/>
                <a:gd name="T3" fmla="*/ 26 h 185"/>
                <a:gd name="T4" fmla="*/ 1 w 184"/>
                <a:gd name="T5" fmla="*/ 92 h 185"/>
                <a:gd name="T6" fmla="*/ 85 w 184"/>
                <a:gd name="T7" fmla="*/ 185 h 185"/>
                <a:gd name="T8" fmla="*/ 91 w 184"/>
                <a:gd name="T9" fmla="*/ 185 h 185"/>
                <a:gd name="T10" fmla="*/ 150 w 184"/>
                <a:gd name="T11" fmla="*/ 163 h 185"/>
                <a:gd name="T12" fmla="*/ 181 w 184"/>
                <a:gd name="T13" fmla="*/ 99 h 185"/>
                <a:gd name="T14" fmla="*/ 97 w 184"/>
                <a:gd name="T15" fmla="*/ 2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185">
                  <a:moveTo>
                    <a:pt x="97" y="2"/>
                  </a:moveTo>
                  <a:cubicBezTo>
                    <a:pt x="72" y="0"/>
                    <a:pt x="49" y="9"/>
                    <a:pt x="30" y="26"/>
                  </a:cubicBezTo>
                  <a:cubicBezTo>
                    <a:pt x="12" y="43"/>
                    <a:pt x="1" y="67"/>
                    <a:pt x="1" y="92"/>
                  </a:cubicBezTo>
                  <a:cubicBezTo>
                    <a:pt x="0" y="141"/>
                    <a:pt x="37" y="181"/>
                    <a:pt x="85" y="185"/>
                  </a:cubicBezTo>
                  <a:cubicBezTo>
                    <a:pt x="87" y="185"/>
                    <a:pt x="89" y="185"/>
                    <a:pt x="91" y="185"/>
                  </a:cubicBezTo>
                  <a:cubicBezTo>
                    <a:pt x="112" y="185"/>
                    <a:pt x="133" y="177"/>
                    <a:pt x="150" y="163"/>
                  </a:cubicBezTo>
                  <a:cubicBezTo>
                    <a:pt x="168" y="147"/>
                    <a:pt x="179" y="124"/>
                    <a:pt x="181" y="99"/>
                  </a:cubicBezTo>
                  <a:cubicBezTo>
                    <a:pt x="184" y="49"/>
                    <a:pt x="146" y="5"/>
                    <a:pt x="97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31" name="任意多边形: 形状 530"/>
            <p:cNvSpPr/>
            <p:nvPr/>
          </p:nvSpPr>
          <p:spPr bwMode="auto">
            <a:xfrm>
              <a:off x="1603" y="2574"/>
              <a:ext cx="67" cy="66"/>
            </a:xfrm>
            <a:custGeom>
              <a:avLst/>
              <a:gdLst>
                <a:gd name="T0" fmla="*/ 91 w 182"/>
                <a:gd name="T1" fmla="*/ 181 h 181"/>
                <a:gd name="T2" fmla="*/ 98 w 182"/>
                <a:gd name="T3" fmla="*/ 181 h 181"/>
                <a:gd name="T4" fmla="*/ 178 w 182"/>
                <a:gd name="T5" fmla="*/ 84 h 181"/>
                <a:gd name="T6" fmla="*/ 146 w 182"/>
                <a:gd name="T7" fmla="*/ 23 h 181"/>
                <a:gd name="T8" fmla="*/ 83 w 182"/>
                <a:gd name="T9" fmla="*/ 3 h 181"/>
                <a:gd name="T10" fmla="*/ 22 w 182"/>
                <a:gd name="T11" fmla="*/ 35 h 181"/>
                <a:gd name="T12" fmla="*/ 3 w 182"/>
                <a:gd name="T13" fmla="*/ 104 h 181"/>
                <a:gd name="T14" fmla="*/ 91 w 182"/>
                <a:gd name="T15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2" h="181">
                  <a:moveTo>
                    <a:pt x="91" y="181"/>
                  </a:moveTo>
                  <a:cubicBezTo>
                    <a:pt x="93" y="181"/>
                    <a:pt x="95" y="181"/>
                    <a:pt x="98" y="181"/>
                  </a:cubicBezTo>
                  <a:cubicBezTo>
                    <a:pt x="146" y="177"/>
                    <a:pt x="182" y="133"/>
                    <a:pt x="178" y="84"/>
                  </a:cubicBezTo>
                  <a:cubicBezTo>
                    <a:pt x="176" y="60"/>
                    <a:pt x="165" y="39"/>
                    <a:pt x="146" y="23"/>
                  </a:cubicBezTo>
                  <a:cubicBezTo>
                    <a:pt x="128" y="8"/>
                    <a:pt x="106" y="0"/>
                    <a:pt x="83" y="3"/>
                  </a:cubicBezTo>
                  <a:cubicBezTo>
                    <a:pt x="59" y="5"/>
                    <a:pt x="38" y="16"/>
                    <a:pt x="22" y="35"/>
                  </a:cubicBezTo>
                  <a:cubicBezTo>
                    <a:pt x="7" y="55"/>
                    <a:pt x="0" y="80"/>
                    <a:pt x="3" y="104"/>
                  </a:cubicBezTo>
                  <a:cubicBezTo>
                    <a:pt x="9" y="148"/>
                    <a:pt x="48" y="181"/>
                    <a:pt x="91" y="1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32" name="任意多边形: 形状 531"/>
            <p:cNvSpPr/>
            <p:nvPr/>
          </p:nvSpPr>
          <p:spPr bwMode="auto">
            <a:xfrm>
              <a:off x="1720" y="2565"/>
              <a:ext cx="67" cy="64"/>
            </a:xfrm>
            <a:custGeom>
              <a:avLst/>
              <a:gdLst>
                <a:gd name="T0" fmla="*/ 109 w 183"/>
                <a:gd name="T1" fmla="*/ 174 h 177"/>
                <a:gd name="T2" fmla="*/ 173 w 183"/>
                <a:gd name="T3" fmla="*/ 70 h 177"/>
                <a:gd name="T4" fmla="*/ 133 w 183"/>
                <a:gd name="T5" fmla="*/ 15 h 177"/>
                <a:gd name="T6" fmla="*/ 69 w 183"/>
                <a:gd name="T7" fmla="*/ 5 h 177"/>
                <a:gd name="T8" fmla="*/ 16 w 183"/>
                <a:gd name="T9" fmla="*/ 46 h 177"/>
                <a:gd name="T10" fmla="*/ 7 w 183"/>
                <a:gd name="T11" fmla="*/ 115 h 177"/>
                <a:gd name="T12" fmla="*/ 89 w 183"/>
                <a:gd name="T13" fmla="*/ 177 h 177"/>
                <a:gd name="T14" fmla="*/ 109 w 183"/>
                <a:gd name="T15" fmla="*/ 174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3" h="177">
                  <a:moveTo>
                    <a:pt x="109" y="174"/>
                  </a:moveTo>
                  <a:cubicBezTo>
                    <a:pt x="155" y="163"/>
                    <a:pt x="183" y="116"/>
                    <a:pt x="173" y="70"/>
                  </a:cubicBezTo>
                  <a:cubicBezTo>
                    <a:pt x="167" y="47"/>
                    <a:pt x="153" y="28"/>
                    <a:pt x="133" y="15"/>
                  </a:cubicBezTo>
                  <a:cubicBezTo>
                    <a:pt x="114" y="3"/>
                    <a:pt x="91" y="0"/>
                    <a:pt x="69" y="5"/>
                  </a:cubicBezTo>
                  <a:cubicBezTo>
                    <a:pt x="47" y="10"/>
                    <a:pt x="28" y="25"/>
                    <a:pt x="16" y="46"/>
                  </a:cubicBezTo>
                  <a:cubicBezTo>
                    <a:pt x="3" y="67"/>
                    <a:pt x="0" y="92"/>
                    <a:pt x="7" y="115"/>
                  </a:cubicBezTo>
                  <a:cubicBezTo>
                    <a:pt x="18" y="152"/>
                    <a:pt x="52" y="177"/>
                    <a:pt x="89" y="177"/>
                  </a:cubicBezTo>
                  <a:cubicBezTo>
                    <a:pt x="96" y="177"/>
                    <a:pt x="103" y="176"/>
                    <a:pt x="109" y="1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33" name="任意多边形: 形状 532"/>
            <p:cNvSpPr/>
            <p:nvPr/>
          </p:nvSpPr>
          <p:spPr bwMode="auto">
            <a:xfrm>
              <a:off x="1836" y="2538"/>
              <a:ext cx="66" cy="63"/>
            </a:xfrm>
            <a:custGeom>
              <a:avLst/>
              <a:gdLst>
                <a:gd name="T0" fmla="*/ 118 w 180"/>
                <a:gd name="T1" fmla="*/ 9 h 172"/>
                <a:gd name="T2" fmla="*/ 54 w 180"/>
                <a:gd name="T3" fmla="*/ 9 h 172"/>
                <a:gd name="T4" fmla="*/ 8 w 180"/>
                <a:gd name="T5" fmla="*/ 56 h 172"/>
                <a:gd name="T6" fmla="*/ 10 w 180"/>
                <a:gd name="T7" fmla="*/ 124 h 172"/>
                <a:gd name="T8" fmla="*/ 86 w 180"/>
                <a:gd name="T9" fmla="*/ 172 h 172"/>
                <a:gd name="T10" fmla="*/ 117 w 180"/>
                <a:gd name="T11" fmla="*/ 166 h 172"/>
                <a:gd name="T12" fmla="*/ 163 w 180"/>
                <a:gd name="T13" fmla="*/ 56 h 172"/>
                <a:gd name="T14" fmla="*/ 118 w 180"/>
                <a:gd name="T15" fmla="*/ 9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0" h="172">
                  <a:moveTo>
                    <a:pt x="118" y="9"/>
                  </a:moveTo>
                  <a:cubicBezTo>
                    <a:pt x="97" y="0"/>
                    <a:pt x="75" y="0"/>
                    <a:pt x="54" y="9"/>
                  </a:cubicBezTo>
                  <a:cubicBezTo>
                    <a:pt x="33" y="18"/>
                    <a:pt x="17" y="34"/>
                    <a:pt x="8" y="56"/>
                  </a:cubicBezTo>
                  <a:cubicBezTo>
                    <a:pt x="0" y="78"/>
                    <a:pt x="0" y="103"/>
                    <a:pt x="10" y="124"/>
                  </a:cubicBezTo>
                  <a:cubicBezTo>
                    <a:pt x="24" y="154"/>
                    <a:pt x="55" y="172"/>
                    <a:pt x="86" y="172"/>
                  </a:cubicBezTo>
                  <a:cubicBezTo>
                    <a:pt x="97" y="172"/>
                    <a:pt x="107" y="170"/>
                    <a:pt x="117" y="166"/>
                  </a:cubicBezTo>
                  <a:cubicBezTo>
                    <a:pt x="160" y="149"/>
                    <a:pt x="180" y="99"/>
                    <a:pt x="163" y="56"/>
                  </a:cubicBezTo>
                  <a:cubicBezTo>
                    <a:pt x="155" y="35"/>
                    <a:pt x="139" y="18"/>
                    <a:pt x="118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34" name="任意多边形: 形状 533"/>
            <p:cNvSpPr/>
            <p:nvPr/>
          </p:nvSpPr>
          <p:spPr bwMode="auto">
            <a:xfrm>
              <a:off x="1947" y="2494"/>
              <a:ext cx="65" cy="61"/>
            </a:xfrm>
            <a:custGeom>
              <a:avLst/>
              <a:gdLst>
                <a:gd name="T0" fmla="*/ 104 w 177"/>
                <a:gd name="T1" fmla="*/ 5 h 168"/>
                <a:gd name="T2" fmla="*/ 42 w 177"/>
                <a:gd name="T3" fmla="*/ 14 h 168"/>
                <a:gd name="T4" fmla="*/ 5 w 177"/>
                <a:gd name="T5" fmla="*/ 67 h 168"/>
                <a:gd name="T6" fmla="*/ 17 w 177"/>
                <a:gd name="T7" fmla="*/ 132 h 168"/>
                <a:gd name="T8" fmla="*/ 85 w 177"/>
                <a:gd name="T9" fmla="*/ 168 h 168"/>
                <a:gd name="T10" fmla="*/ 126 w 177"/>
                <a:gd name="T11" fmla="*/ 156 h 168"/>
                <a:gd name="T12" fmla="*/ 154 w 177"/>
                <a:gd name="T13" fmla="*/ 43 h 168"/>
                <a:gd name="T14" fmla="*/ 104 w 177"/>
                <a:gd name="T15" fmla="*/ 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7" h="168">
                  <a:moveTo>
                    <a:pt x="104" y="5"/>
                  </a:moveTo>
                  <a:cubicBezTo>
                    <a:pt x="83" y="0"/>
                    <a:pt x="61" y="3"/>
                    <a:pt x="42" y="14"/>
                  </a:cubicBezTo>
                  <a:cubicBezTo>
                    <a:pt x="24" y="26"/>
                    <a:pt x="10" y="45"/>
                    <a:pt x="5" y="67"/>
                  </a:cubicBezTo>
                  <a:cubicBezTo>
                    <a:pt x="0" y="90"/>
                    <a:pt x="5" y="113"/>
                    <a:pt x="17" y="132"/>
                  </a:cubicBezTo>
                  <a:cubicBezTo>
                    <a:pt x="32" y="155"/>
                    <a:pt x="58" y="168"/>
                    <a:pt x="85" y="168"/>
                  </a:cubicBezTo>
                  <a:cubicBezTo>
                    <a:pt x="99" y="168"/>
                    <a:pt x="114" y="164"/>
                    <a:pt x="126" y="156"/>
                  </a:cubicBezTo>
                  <a:cubicBezTo>
                    <a:pt x="164" y="133"/>
                    <a:pt x="177" y="82"/>
                    <a:pt x="154" y="43"/>
                  </a:cubicBezTo>
                  <a:cubicBezTo>
                    <a:pt x="143" y="24"/>
                    <a:pt x="125" y="11"/>
                    <a:pt x="104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35" name="任意多边形: 形状 534"/>
            <p:cNvSpPr/>
            <p:nvPr/>
          </p:nvSpPr>
          <p:spPr bwMode="auto">
            <a:xfrm>
              <a:off x="2052" y="2432"/>
              <a:ext cx="62" cy="59"/>
            </a:xfrm>
            <a:custGeom>
              <a:avLst/>
              <a:gdLst>
                <a:gd name="T0" fmla="*/ 131 w 169"/>
                <a:gd name="T1" fmla="*/ 144 h 162"/>
                <a:gd name="T2" fmla="*/ 141 w 169"/>
                <a:gd name="T3" fmla="*/ 31 h 162"/>
                <a:gd name="T4" fmla="*/ 87 w 169"/>
                <a:gd name="T5" fmla="*/ 2 h 162"/>
                <a:gd name="T6" fmla="*/ 29 w 169"/>
                <a:gd name="T7" fmla="*/ 21 h 162"/>
                <a:gd name="T8" fmla="*/ 1 w 169"/>
                <a:gd name="T9" fmla="*/ 77 h 162"/>
                <a:gd name="T10" fmla="*/ 22 w 169"/>
                <a:gd name="T11" fmla="*/ 137 h 162"/>
                <a:gd name="T12" fmla="*/ 80 w 169"/>
                <a:gd name="T13" fmla="*/ 162 h 162"/>
                <a:gd name="T14" fmla="*/ 131 w 169"/>
                <a:gd name="T15" fmla="*/ 144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162">
                  <a:moveTo>
                    <a:pt x="131" y="144"/>
                  </a:moveTo>
                  <a:cubicBezTo>
                    <a:pt x="164" y="115"/>
                    <a:pt x="169" y="65"/>
                    <a:pt x="141" y="31"/>
                  </a:cubicBezTo>
                  <a:cubicBezTo>
                    <a:pt x="128" y="14"/>
                    <a:pt x="108" y="4"/>
                    <a:pt x="87" y="2"/>
                  </a:cubicBezTo>
                  <a:cubicBezTo>
                    <a:pt x="65" y="0"/>
                    <a:pt x="45" y="7"/>
                    <a:pt x="29" y="21"/>
                  </a:cubicBezTo>
                  <a:cubicBezTo>
                    <a:pt x="13" y="35"/>
                    <a:pt x="3" y="55"/>
                    <a:pt x="1" y="77"/>
                  </a:cubicBezTo>
                  <a:cubicBezTo>
                    <a:pt x="0" y="99"/>
                    <a:pt x="8" y="121"/>
                    <a:pt x="22" y="137"/>
                  </a:cubicBezTo>
                  <a:cubicBezTo>
                    <a:pt x="38" y="154"/>
                    <a:pt x="59" y="162"/>
                    <a:pt x="80" y="162"/>
                  </a:cubicBezTo>
                  <a:cubicBezTo>
                    <a:pt x="98" y="162"/>
                    <a:pt x="116" y="156"/>
                    <a:pt x="131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36" name="任意多边形: 形状 535"/>
            <p:cNvSpPr/>
            <p:nvPr/>
          </p:nvSpPr>
          <p:spPr bwMode="auto">
            <a:xfrm>
              <a:off x="2148" y="2354"/>
              <a:ext cx="60" cy="57"/>
            </a:xfrm>
            <a:custGeom>
              <a:avLst/>
              <a:gdLst>
                <a:gd name="T0" fmla="*/ 20 w 164"/>
                <a:gd name="T1" fmla="*/ 27 h 156"/>
                <a:gd name="T2" fmla="*/ 2 w 164"/>
                <a:gd name="T3" fmla="*/ 86 h 156"/>
                <a:gd name="T4" fmla="*/ 31 w 164"/>
                <a:gd name="T5" fmla="*/ 140 h 156"/>
                <a:gd name="T6" fmla="*/ 78 w 164"/>
                <a:gd name="T7" fmla="*/ 156 h 156"/>
                <a:gd name="T8" fmla="*/ 137 w 164"/>
                <a:gd name="T9" fmla="*/ 130 h 156"/>
                <a:gd name="T10" fmla="*/ 129 w 164"/>
                <a:gd name="T11" fmla="*/ 20 h 156"/>
                <a:gd name="T12" fmla="*/ 73 w 164"/>
                <a:gd name="T13" fmla="*/ 1 h 156"/>
                <a:gd name="T14" fmla="*/ 20 w 164"/>
                <a:gd name="T15" fmla="*/ 27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156">
                  <a:moveTo>
                    <a:pt x="20" y="27"/>
                  </a:moveTo>
                  <a:cubicBezTo>
                    <a:pt x="7" y="43"/>
                    <a:pt x="0" y="65"/>
                    <a:pt x="2" y="86"/>
                  </a:cubicBezTo>
                  <a:cubicBezTo>
                    <a:pt x="4" y="108"/>
                    <a:pt x="15" y="127"/>
                    <a:pt x="31" y="140"/>
                  </a:cubicBezTo>
                  <a:cubicBezTo>
                    <a:pt x="45" y="151"/>
                    <a:pt x="62" y="156"/>
                    <a:pt x="78" y="156"/>
                  </a:cubicBezTo>
                  <a:cubicBezTo>
                    <a:pt x="100" y="156"/>
                    <a:pt x="122" y="147"/>
                    <a:pt x="137" y="130"/>
                  </a:cubicBezTo>
                  <a:cubicBezTo>
                    <a:pt x="164" y="97"/>
                    <a:pt x="161" y="48"/>
                    <a:pt x="129" y="20"/>
                  </a:cubicBezTo>
                  <a:cubicBezTo>
                    <a:pt x="114" y="6"/>
                    <a:pt x="95" y="0"/>
                    <a:pt x="73" y="1"/>
                  </a:cubicBezTo>
                  <a:cubicBezTo>
                    <a:pt x="53" y="2"/>
                    <a:pt x="34" y="12"/>
                    <a:pt x="2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37" name="任意多边形: 形状 536"/>
            <p:cNvSpPr/>
            <p:nvPr/>
          </p:nvSpPr>
          <p:spPr bwMode="auto">
            <a:xfrm>
              <a:off x="2232" y="2258"/>
              <a:ext cx="59" cy="56"/>
            </a:xfrm>
            <a:custGeom>
              <a:avLst/>
              <a:gdLst>
                <a:gd name="T0" fmla="*/ 14 w 162"/>
                <a:gd name="T1" fmla="*/ 38 h 154"/>
                <a:gd name="T2" fmla="*/ 5 w 162"/>
                <a:gd name="T3" fmla="*/ 98 h 154"/>
                <a:gd name="T4" fmla="*/ 41 w 162"/>
                <a:gd name="T5" fmla="*/ 145 h 154"/>
                <a:gd name="T6" fmla="*/ 77 w 162"/>
                <a:gd name="T7" fmla="*/ 154 h 154"/>
                <a:gd name="T8" fmla="*/ 141 w 162"/>
                <a:gd name="T9" fmla="*/ 118 h 154"/>
                <a:gd name="T10" fmla="*/ 117 w 162"/>
                <a:gd name="T11" fmla="*/ 14 h 154"/>
                <a:gd name="T12" fmla="*/ 61 w 162"/>
                <a:gd name="T13" fmla="*/ 4 h 154"/>
                <a:gd name="T14" fmla="*/ 14 w 162"/>
                <a:gd name="T15" fmla="*/ 38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2" h="154">
                  <a:moveTo>
                    <a:pt x="14" y="38"/>
                  </a:moveTo>
                  <a:cubicBezTo>
                    <a:pt x="3" y="56"/>
                    <a:pt x="0" y="77"/>
                    <a:pt x="5" y="98"/>
                  </a:cubicBezTo>
                  <a:cubicBezTo>
                    <a:pt x="11" y="118"/>
                    <a:pt x="24" y="135"/>
                    <a:pt x="41" y="145"/>
                  </a:cubicBezTo>
                  <a:cubicBezTo>
                    <a:pt x="52" y="151"/>
                    <a:pt x="64" y="154"/>
                    <a:pt x="77" y="154"/>
                  </a:cubicBezTo>
                  <a:cubicBezTo>
                    <a:pt x="102" y="154"/>
                    <a:pt x="127" y="141"/>
                    <a:pt x="141" y="118"/>
                  </a:cubicBezTo>
                  <a:cubicBezTo>
                    <a:pt x="162" y="82"/>
                    <a:pt x="152" y="36"/>
                    <a:pt x="117" y="14"/>
                  </a:cubicBezTo>
                  <a:cubicBezTo>
                    <a:pt x="100" y="3"/>
                    <a:pt x="80" y="0"/>
                    <a:pt x="61" y="4"/>
                  </a:cubicBezTo>
                  <a:cubicBezTo>
                    <a:pt x="41" y="9"/>
                    <a:pt x="24" y="21"/>
                    <a:pt x="14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38" name="任意多边形: 形状 537"/>
            <p:cNvSpPr/>
            <p:nvPr/>
          </p:nvSpPr>
          <p:spPr bwMode="auto">
            <a:xfrm>
              <a:off x="2299" y="2154"/>
              <a:ext cx="57" cy="54"/>
            </a:xfrm>
            <a:custGeom>
              <a:avLst/>
              <a:gdLst>
                <a:gd name="T0" fmla="*/ 50 w 157"/>
                <a:gd name="T1" fmla="*/ 145 h 149"/>
                <a:gd name="T2" fmla="*/ 74 w 157"/>
                <a:gd name="T3" fmla="*/ 149 h 149"/>
                <a:gd name="T4" fmla="*/ 142 w 157"/>
                <a:gd name="T5" fmla="*/ 104 h 149"/>
                <a:gd name="T6" fmla="*/ 103 w 157"/>
                <a:gd name="T7" fmla="*/ 8 h 149"/>
                <a:gd name="T8" fmla="*/ 48 w 157"/>
                <a:gd name="T9" fmla="*/ 7 h 149"/>
                <a:gd name="T10" fmla="*/ 8 w 157"/>
                <a:gd name="T11" fmla="*/ 47 h 149"/>
                <a:gd name="T12" fmla="*/ 9 w 157"/>
                <a:gd name="T13" fmla="*/ 106 h 149"/>
                <a:gd name="T14" fmla="*/ 50 w 157"/>
                <a:gd name="T15" fmla="*/ 14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" h="149">
                  <a:moveTo>
                    <a:pt x="50" y="145"/>
                  </a:moveTo>
                  <a:cubicBezTo>
                    <a:pt x="58" y="148"/>
                    <a:pt x="66" y="149"/>
                    <a:pt x="74" y="149"/>
                  </a:cubicBezTo>
                  <a:cubicBezTo>
                    <a:pt x="103" y="149"/>
                    <a:pt x="130" y="132"/>
                    <a:pt x="142" y="104"/>
                  </a:cubicBezTo>
                  <a:cubicBezTo>
                    <a:pt x="157" y="67"/>
                    <a:pt x="140" y="23"/>
                    <a:pt x="103" y="8"/>
                  </a:cubicBezTo>
                  <a:cubicBezTo>
                    <a:pt x="85" y="0"/>
                    <a:pt x="66" y="0"/>
                    <a:pt x="48" y="7"/>
                  </a:cubicBezTo>
                  <a:cubicBezTo>
                    <a:pt x="30" y="15"/>
                    <a:pt x="15" y="29"/>
                    <a:pt x="8" y="47"/>
                  </a:cubicBezTo>
                  <a:cubicBezTo>
                    <a:pt x="0" y="66"/>
                    <a:pt x="1" y="87"/>
                    <a:pt x="9" y="106"/>
                  </a:cubicBezTo>
                  <a:cubicBezTo>
                    <a:pt x="17" y="124"/>
                    <a:pt x="32" y="138"/>
                    <a:pt x="50" y="1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39" name="任意多边形: 形状 538"/>
            <p:cNvSpPr/>
            <p:nvPr/>
          </p:nvSpPr>
          <p:spPr bwMode="auto">
            <a:xfrm>
              <a:off x="2348" y="2043"/>
              <a:ext cx="55" cy="53"/>
            </a:xfrm>
            <a:custGeom>
              <a:avLst/>
              <a:gdLst>
                <a:gd name="T0" fmla="*/ 141 w 151"/>
                <a:gd name="T1" fmla="*/ 90 h 145"/>
                <a:gd name="T2" fmla="*/ 90 w 151"/>
                <a:gd name="T3" fmla="*/ 4 h 145"/>
                <a:gd name="T4" fmla="*/ 37 w 151"/>
                <a:gd name="T5" fmla="*/ 12 h 145"/>
                <a:gd name="T6" fmla="*/ 5 w 151"/>
                <a:gd name="T7" fmla="*/ 57 h 145"/>
                <a:gd name="T8" fmla="*/ 15 w 151"/>
                <a:gd name="T9" fmla="*/ 113 h 145"/>
                <a:gd name="T10" fmla="*/ 60 w 151"/>
                <a:gd name="T11" fmla="*/ 144 h 145"/>
                <a:gd name="T12" fmla="*/ 73 w 151"/>
                <a:gd name="T13" fmla="*/ 145 h 145"/>
                <a:gd name="T14" fmla="*/ 141 w 151"/>
                <a:gd name="T15" fmla="*/ 9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45">
                  <a:moveTo>
                    <a:pt x="141" y="90"/>
                  </a:moveTo>
                  <a:cubicBezTo>
                    <a:pt x="151" y="52"/>
                    <a:pt x="128" y="14"/>
                    <a:pt x="90" y="4"/>
                  </a:cubicBezTo>
                  <a:cubicBezTo>
                    <a:pt x="72" y="0"/>
                    <a:pt x="53" y="3"/>
                    <a:pt x="37" y="12"/>
                  </a:cubicBezTo>
                  <a:cubicBezTo>
                    <a:pt x="21" y="22"/>
                    <a:pt x="9" y="38"/>
                    <a:pt x="5" y="57"/>
                  </a:cubicBezTo>
                  <a:cubicBezTo>
                    <a:pt x="0" y="76"/>
                    <a:pt x="4" y="96"/>
                    <a:pt x="15" y="113"/>
                  </a:cubicBezTo>
                  <a:cubicBezTo>
                    <a:pt x="25" y="129"/>
                    <a:pt x="42" y="140"/>
                    <a:pt x="60" y="144"/>
                  </a:cubicBezTo>
                  <a:cubicBezTo>
                    <a:pt x="64" y="145"/>
                    <a:pt x="69" y="145"/>
                    <a:pt x="73" y="145"/>
                  </a:cubicBezTo>
                  <a:cubicBezTo>
                    <a:pt x="104" y="145"/>
                    <a:pt x="134" y="123"/>
                    <a:pt x="141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40" name="任意多边形: 形状 539"/>
            <p:cNvSpPr/>
            <p:nvPr/>
          </p:nvSpPr>
          <p:spPr bwMode="auto">
            <a:xfrm>
              <a:off x="2380" y="1927"/>
              <a:ext cx="51" cy="51"/>
            </a:xfrm>
            <a:custGeom>
              <a:avLst/>
              <a:gdLst>
                <a:gd name="T0" fmla="*/ 70 w 141"/>
                <a:gd name="T1" fmla="*/ 140 h 140"/>
                <a:gd name="T2" fmla="*/ 138 w 141"/>
                <a:gd name="T3" fmla="*/ 76 h 140"/>
                <a:gd name="T4" fmla="*/ 76 w 141"/>
                <a:gd name="T5" fmla="*/ 2 h 140"/>
                <a:gd name="T6" fmla="*/ 26 w 141"/>
                <a:gd name="T7" fmla="*/ 17 h 140"/>
                <a:gd name="T8" fmla="*/ 2 w 141"/>
                <a:gd name="T9" fmla="*/ 65 h 140"/>
                <a:gd name="T10" fmla="*/ 19 w 141"/>
                <a:gd name="T11" fmla="*/ 117 h 140"/>
                <a:gd name="T12" fmla="*/ 68 w 141"/>
                <a:gd name="T13" fmla="*/ 140 h 140"/>
                <a:gd name="T14" fmla="*/ 70 w 141"/>
                <a:gd name="T15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1" h="140">
                  <a:moveTo>
                    <a:pt x="70" y="140"/>
                  </a:moveTo>
                  <a:cubicBezTo>
                    <a:pt x="104" y="140"/>
                    <a:pt x="135" y="112"/>
                    <a:pt x="138" y="76"/>
                  </a:cubicBezTo>
                  <a:cubicBezTo>
                    <a:pt x="141" y="39"/>
                    <a:pt x="113" y="5"/>
                    <a:pt x="76" y="2"/>
                  </a:cubicBezTo>
                  <a:cubicBezTo>
                    <a:pt x="58" y="0"/>
                    <a:pt x="40" y="6"/>
                    <a:pt x="26" y="17"/>
                  </a:cubicBezTo>
                  <a:cubicBezTo>
                    <a:pt x="12" y="29"/>
                    <a:pt x="3" y="46"/>
                    <a:pt x="2" y="65"/>
                  </a:cubicBezTo>
                  <a:cubicBezTo>
                    <a:pt x="0" y="84"/>
                    <a:pt x="7" y="103"/>
                    <a:pt x="19" y="117"/>
                  </a:cubicBezTo>
                  <a:cubicBezTo>
                    <a:pt x="32" y="131"/>
                    <a:pt x="49" y="140"/>
                    <a:pt x="68" y="140"/>
                  </a:cubicBezTo>
                  <a:cubicBezTo>
                    <a:pt x="68" y="140"/>
                    <a:pt x="69" y="140"/>
                    <a:pt x="70" y="1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41" name="任意多边形: 形状 540"/>
            <p:cNvSpPr/>
            <p:nvPr/>
          </p:nvSpPr>
          <p:spPr bwMode="auto">
            <a:xfrm>
              <a:off x="2394" y="1809"/>
              <a:ext cx="50" cy="49"/>
            </a:xfrm>
            <a:custGeom>
              <a:avLst/>
              <a:gdLst>
                <a:gd name="T0" fmla="*/ 2 w 136"/>
                <a:gd name="T1" fmla="*/ 72 h 134"/>
                <a:gd name="T2" fmla="*/ 26 w 136"/>
                <a:gd name="T3" fmla="*/ 119 h 134"/>
                <a:gd name="T4" fmla="*/ 68 w 136"/>
                <a:gd name="T5" fmla="*/ 134 h 134"/>
                <a:gd name="T6" fmla="*/ 76 w 136"/>
                <a:gd name="T7" fmla="*/ 134 h 134"/>
                <a:gd name="T8" fmla="*/ 133 w 136"/>
                <a:gd name="T9" fmla="*/ 63 h 134"/>
                <a:gd name="T10" fmla="*/ 111 w 136"/>
                <a:gd name="T11" fmla="*/ 17 h 134"/>
                <a:gd name="T12" fmla="*/ 63 w 136"/>
                <a:gd name="T13" fmla="*/ 1 h 134"/>
                <a:gd name="T14" fmla="*/ 2 w 136"/>
                <a:gd name="T15" fmla="*/ 7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134">
                  <a:moveTo>
                    <a:pt x="2" y="72"/>
                  </a:moveTo>
                  <a:cubicBezTo>
                    <a:pt x="3" y="90"/>
                    <a:pt x="12" y="107"/>
                    <a:pt x="26" y="119"/>
                  </a:cubicBezTo>
                  <a:cubicBezTo>
                    <a:pt x="38" y="129"/>
                    <a:pt x="53" y="134"/>
                    <a:pt x="68" y="134"/>
                  </a:cubicBezTo>
                  <a:cubicBezTo>
                    <a:pt x="71" y="134"/>
                    <a:pt x="73" y="134"/>
                    <a:pt x="76" y="134"/>
                  </a:cubicBezTo>
                  <a:cubicBezTo>
                    <a:pt x="110" y="130"/>
                    <a:pt x="136" y="99"/>
                    <a:pt x="133" y="63"/>
                  </a:cubicBezTo>
                  <a:cubicBezTo>
                    <a:pt x="132" y="45"/>
                    <a:pt x="124" y="28"/>
                    <a:pt x="111" y="17"/>
                  </a:cubicBezTo>
                  <a:cubicBezTo>
                    <a:pt x="97" y="5"/>
                    <a:pt x="81" y="0"/>
                    <a:pt x="63" y="1"/>
                  </a:cubicBezTo>
                  <a:cubicBezTo>
                    <a:pt x="27" y="3"/>
                    <a:pt x="0" y="35"/>
                    <a:pt x="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42" name="任意多边形: 形状 541"/>
            <p:cNvSpPr/>
            <p:nvPr/>
          </p:nvSpPr>
          <p:spPr bwMode="auto">
            <a:xfrm>
              <a:off x="2389" y="1689"/>
              <a:ext cx="51" cy="49"/>
            </a:xfrm>
            <a:custGeom>
              <a:avLst/>
              <a:gdLst>
                <a:gd name="T0" fmla="*/ 104 w 140"/>
                <a:gd name="T1" fmla="*/ 12 h 132"/>
                <a:gd name="T2" fmla="*/ 56 w 140"/>
                <a:gd name="T3" fmla="*/ 4 h 132"/>
                <a:gd name="T4" fmla="*/ 8 w 140"/>
                <a:gd name="T5" fmla="*/ 81 h 132"/>
                <a:gd name="T6" fmla="*/ 38 w 140"/>
                <a:gd name="T7" fmla="*/ 123 h 132"/>
                <a:gd name="T8" fmla="*/ 71 w 140"/>
                <a:gd name="T9" fmla="*/ 132 h 132"/>
                <a:gd name="T10" fmla="*/ 87 w 140"/>
                <a:gd name="T11" fmla="*/ 129 h 132"/>
                <a:gd name="T12" fmla="*/ 132 w 140"/>
                <a:gd name="T13" fmla="*/ 53 h 132"/>
                <a:gd name="T14" fmla="*/ 104 w 140"/>
                <a:gd name="T15" fmla="*/ 1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0" h="132">
                  <a:moveTo>
                    <a:pt x="104" y="12"/>
                  </a:moveTo>
                  <a:cubicBezTo>
                    <a:pt x="90" y="3"/>
                    <a:pt x="73" y="0"/>
                    <a:pt x="56" y="4"/>
                  </a:cubicBezTo>
                  <a:cubicBezTo>
                    <a:pt x="22" y="12"/>
                    <a:pt x="0" y="46"/>
                    <a:pt x="8" y="81"/>
                  </a:cubicBezTo>
                  <a:cubicBezTo>
                    <a:pt x="12" y="98"/>
                    <a:pt x="23" y="114"/>
                    <a:pt x="38" y="123"/>
                  </a:cubicBezTo>
                  <a:cubicBezTo>
                    <a:pt x="48" y="129"/>
                    <a:pt x="59" y="132"/>
                    <a:pt x="71" y="132"/>
                  </a:cubicBezTo>
                  <a:cubicBezTo>
                    <a:pt x="76" y="132"/>
                    <a:pt x="82" y="131"/>
                    <a:pt x="87" y="129"/>
                  </a:cubicBezTo>
                  <a:cubicBezTo>
                    <a:pt x="120" y="120"/>
                    <a:pt x="140" y="87"/>
                    <a:pt x="132" y="53"/>
                  </a:cubicBezTo>
                  <a:cubicBezTo>
                    <a:pt x="128" y="36"/>
                    <a:pt x="118" y="22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43" name="任意多边形: 形状 542"/>
            <p:cNvSpPr/>
            <p:nvPr/>
          </p:nvSpPr>
          <p:spPr bwMode="auto">
            <a:xfrm>
              <a:off x="2368" y="1572"/>
              <a:ext cx="51" cy="47"/>
            </a:xfrm>
            <a:custGeom>
              <a:avLst/>
              <a:gdLst>
                <a:gd name="T0" fmla="*/ 12 w 138"/>
                <a:gd name="T1" fmla="*/ 87 h 127"/>
                <a:gd name="T2" fmla="*/ 46 w 138"/>
                <a:gd name="T3" fmla="*/ 122 h 127"/>
                <a:gd name="T4" fmla="*/ 70 w 138"/>
                <a:gd name="T5" fmla="*/ 127 h 127"/>
                <a:gd name="T6" fmla="*/ 95 w 138"/>
                <a:gd name="T7" fmla="*/ 121 h 127"/>
                <a:gd name="T8" fmla="*/ 126 w 138"/>
                <a:gd name="T9" fmla="*/ 41 h 127"/>
                <a:gd name="T10" fmla="*/ 93 w 138"/>
                <a:gd name="T11" fmla="*/ 7 h 127"/>
                <a:gd name="T12" fmla="*/ 47 w 138"/>
                <a:gd name="T13" fmla="*/ 6 h 127"/>
                <a:gd name="T14" fmla="*/ 12 w 138"/>
                <a:gd name="T15" fmla="*/ 8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8" h="127">
                  <a:moveTo>
                    <a:pt x="12" y="87"/>
                  </a:moveTo>
                  <a:cubicBezTo>
                    <a:pt x="18" y="103"/>
                    <a:pt x="30" y="116"/>
                    <a:pt x="46" y="122"/>
                  </a:cubicBezTo>
                  <a:cubicBezTo>
                    <a:pt x="54" y="125"/>
                    <a:pt x="62" y="127"/>
                    <a:pt x="70" y="127"/>
                  </a:cubicBezTo>
                  <a:cubicBezTo>
                    <a:pt x="78" y="127"/>
                    <a:pt x="87" y="125"/>
                    <a:pt x="95" y="121"/>
                  </a:cubicBezTo>
                  <a:cubicBezTo>
                    <a:pt x="124" y="107"/>
                    <a:pt x="138" y="72"/>
                    <a:pt x="126" y="41"/>
                  </a:cubicBezTo>
                  <a:cubicBezTo>
                    <a:pt x="120" y="26"/>
                    <a:pt x="109" y="13"/>
                    <a:pt x="93" y="7"/>
                  </a:cubicBezTo>
                  <a:cubicBezTo>
                    <a:pt x="78" y="0"/>
                    <a:pt x="62" y="0"/>
                    <a:pt x="47" y="6"/>
                  </a:cubicBezTo>
                  <a:cubicBezTo>
                    <a:pt x="15" y="19"/>
                    <a:pt x="0" y="55"/>
                    <a:pt x="12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44" name="任意多边形: 形状 543"/>
            <p:cNvSpPr/>
            <p:nvPr/>
          </p:nvSpPr>
          <p:spPr bwMode="auto">
            <a:xfrm>
              <a:off x="2330" y="1459"/>
              <a:ext cx="50" cy="45"/>
            </a:xfrm>
            <a:custGeom>
              <a:avLst/>
              <a:gdLst>
                <a:gd name="T0" fmla="*/ 17 w 135"/>
                <a:gd name="T1" fmla="*/ 93 h 123"/>
                <a:gd name="T2" fmla="*/ 55 w 135"/>
                <a:gd name="T3" fmla="*/ 121 h 123"/>
                <a:gd name="T4" fmla="*/ 68 w 135"/>
                <a:gd name="T5" fmla="*/ 123 h 123"/>
                <a:gd name="T6" fmla="*/ 101 w 135"/>
                <a:gd name="T7" fmla="*/ 113 h 123"/>
                <a:gd name="T8" fmla="*/ 119 w 135"/>
                <a:gd name="T9" fmla="*/ 32 h 123"/>
                <a:gd name="T10" fmla="*/ 83 w 135"/>
                <a:gd name="T11" fmla="*/ 4 h 123"/>
                <a:gd name="T12" fmla="*/ 38 w 135"/>
                <a:gd name="T13" fmla="*/ 11 h 123"/>
                <a:gd name="T14" fmla="*/ 17 w 135"/>
                <a:gd name="T15" fmla="*/ 9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5" h="123">
                  <a:moveTo>
                    <a:pt x="17" y="93"/>
                  </a:moveTo>
                  <a:cubicBezTo>
                    <a:pt x="25" y="107"/>
                    <a:pt x="39" y="117"/>
                    <a:pt x="55" y="121"/>
                  </a:cubicBezTo>
                  <a:cubicBezTo>
                    <a:pt x="59" y="122"/>
                    <a:pt x="64" y="123"/>
                    <a:pt x="68" y="123"/>
                  </a:cubicBezTo>
                  <a:cubicBezTo>
                    <a:pt x="80" y="123"/>
                    <a:pt x="91" y="119"/>
                    <a:pt x="101" y="113"/>
                  </a:cubicBezTo>
                  <a:cubicBezTo>
                    <a:pt x="127" y="95"/>
                    <a:pt x="135" y="60"/>
                    <a:pt x="119" y="32"/>
                  </a:cubicBezTo>
                  <a:cubicBezTo>
                    <a:pt x="111" y="18"/>
                    <a:pt x="98" y="8"/>
                    <a:pt x="83" y="4"/>
                  </a:cubicBezTo>
                  <a:cubicBezTo>
                    <a:pt x="68" y="0"/>
                    <a:pt x="52" y="3"/>
                    <a:pt x="38" y="11"/>
                  </a:cubicBezTo>
                  <a:cubicBezTo>
                    <a:pt x="10" y="28"/>
                    <a:pt x="0" y="64"/>
                    <a:pt x="17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45" name="任意多边形: 形状 544"/>
            <p:cNvSpPr/>
            <p:nvPr/>
          </p:nvSpPr>
          <p:spPr bwMode="auto">
            <a:xfrm>
              <a:off x="2276" y="1352"/>
              <a:ext cx="47" cy="42"/>
            </a:xfrm>
            <a:custGeom>
              <a:avLst/>
              <a:gdLst>
                <a:gd name="T0" fmla="*/ 60 w 128"/>
                <a:gd name="T1" fmla="*/ 117 h 117"/>
                <a:gd name="T2" fmla="*/ 64 w 128"/>
                <a:gd name="T3" fmla="*/ 117 h 117"/>
                <a:gd name="T4" fmla="*/ 103 w 128"/>
                <a:gd name="T5" fmla="*/ 102 h 117"/>
                <a:gd name="T6" fmla="*/ 108 w 128"/>
                <a:gd name="T7" fmla="*/ 22 h 117"/>
                <a:gd name="T8" fmla="*/ 69 w 128"/>
                <a:gd name="T9" fmla="*/ 2 h 117"/>
                <a:gd name="T10" fmla="*/ 28 w 128"/>
                <a:gd name="T11" fmla="*/ 15 h 117"/>
                <a:gd name="T12" fmla="*/ 20 w 128"/>
                <a:gd name="T13" fmla="*/ 96 h 117"/>
                <a:gd name="T14" fmla="*/ 60 w 128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8" h="117">
                  <a:moveTo>
                    <a:pt x="60" y="117"/>
                  </a:moveTo>
                  <a:cubicBezTo>
                    <a:pt x="62" y="117"/>
                    <a:pt x="63" y="117"/>
                    <a:pt x="64" y="117"/>
                  </a:cubicBezTo>
                  <a:cubicBezTo>
                    <a:pt x="78" y="117"/>
                    <a:pt x="92" y="112"/>
                    <a:pt x="103" y="102"/>
                  </a:cubicBezTo>
                  <a:cubicBezTo>
                    <a:pt x="125" y="81"/>
                    <a:pt x="128" y="46"/>
                    <a:pt x="108" y="22"/>
                  </a:cubicBezTo>
                  <a:cubicBezTo>
                    <a:pt x="98" y="10"/>
                    <a:pt x="85" y="3"/>
                    <a:pt x="69" y="2"/>
                  </a:cubicBezTo>
                  <a:cubicBezTo>
                    <a:pt x="55" y="0"/>
                    <a:pt x="39" y="5"/>
                    <a:pt x="28" y="15"/>
                  </a:cubicBezTo>
                  <a:cubicBezTo>
                    <a:pt x="4" y="35"/>
                    <a:pt x="0" y="71"/>
                    <a:pt x="20" y="96"/>
                  </a:cubicBezTo>
                  <a:cubicBezTo>
                    <a:pt x="30" y="108"/>
                    <a:pt x="44" y="116"/>
                    <a:pt x="60" y="1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46" name="任意多边形: 形状 545"/>
            <p:cNvSpPr/>
            <p:nvPr/>
          </p:nvSpPr>
          <p:spPr bwMode="auto">
            <a:xfrm>
              <a:off x="2205" y="1253"/>
              <a:ext cx="45" cy="40"/>
            </a:xfrm>
            <a:custGeom>
              <a:avLst/>
              <a:gdLst>
                <a:gd name="T0" fmla="*/ 98 w 123"/>
                <a:gd name="T1" fmla="*/ 14 h 111"/>
                <a:gd name="T2" fmla="*/ 58 w 123"/>
                <a:gd name="T3" fmla="*/ 0 h 111"/>
                <a:gd name="T4" fmla="*/ 20 w 123"/>
                <a:gd name="T5" fmla="*/ 19 h 111"/>
                <a:gd name="T6" fmla="*/ 25 w 123"/>
                <a:gd name="T7" fmla="*/ 98 h 111"/>
                <a:gd name="T8" fmla="*/ 61 w 123"/>
                <a:gd name="T9" fmla="*/ 111 h 111"/>
                <a:gd name="T10" fmla="*/ 66 w 123"/>
                <a:gd name="T11" fmla="*/ 111 h 111"/>
                <a:gd name="T12" fmla="*/ 105 w 123"/>
                <a:gd name="T13" fmla="*/ 90 h 111"/>
                <a:gd name="T14" fmla="*/ 98 w 123"/>
                <a:gd name="T15" fmla="*/ 1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3" h="111">
                  <a:moveTo>
                    <a:pt x="98" y="14"/>
                  </a:moveTo>
                  <a:cubicBezTo>
                    <a:pt x="87" y="4"/>
                    <a:pt x="73" y="0"/>
                    <a:pt x="58" y="0"/>
                  </a:cubicBezTo>
                  <a:cubicBezTo>
                    <a:pt x="43" y="1"/>
                    <a:pt x="30" y="8"/>
                    <a:pt x="20" y="19"/>
                  </a:cubicBezTo>
                  <a:cubicBezTo>
                    <a:pt x="0" y="42"/>
                    <a:pt x="3" y="77"/>
                    <a:pt x="25" y="98"/>
                  </a:cubicBezTo>
                  <a:cubicBezTo>
                    <a:pt x="35" y="106"/>
                    <a:pt x="48" y="111"/>
                    <a:pt x="61" y="111"/>
                  </a:cubicBezTo>
                  <a:cubicBezTo>
                    <a:pt x="63" y="111"/>
                    <a:pt x="65" y="111"/>
                    <a:pt x="66" y="111"/>
                  </a:cubicBezTo>
                  <a:cubicBezTo>
                    <a:pt x="81" y="110"/>
                    <a:pt x="95" y="102"/>
                    <a:pt x="105" y="90"/>
                  </a:cubicBezTo>
                  <a:cubicBezTo>
                    <a:pt x="123" y="67"/>
                    <a:pt x="120" y="34"/>
                    <a:pt x="98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47" name="任意多边形: 形状 546"/>
            <p:cNvSpPr/>
            <p:nvPr/>
          </p:nvSpPr>
          <p:spPr bwMode="auto">
            <a:xfrm>
              <a:off x="2116" y="1163"/>
              <a:ext cx="44" cy="39"/>
            </a:xfrm>
            <a:custGeom>
              <a:avLst/>
              <a:gdLst>
                <a:gd name="T0" fmla="*/ 32 w 120"/>
                <a:gd name="T1" fmla="*/ 100 h 108"/>
                <a:gd name="T2" fmla="*/ 60 w 120"/>
                <a:gd name="T3" fmla="*/ 108 h 108"/>
                <a:gd name="T4" fmla="*/ 73 w 120"/>
                <a:gd name="T5" fmla="*/ 107 h 108"/>
                <a:gd name="T6" fmla="*/ 106 w 120"/>
                <a:gd name="T7" fmla="*/ 81 h 108"/>
                <a:gd name="T8" fmla="*/ 88 w 120"/>
                <a:gd name="T9" fmla="*/ 10 h 108"/>
                <a:gd name="T10" fmla="*/ 48 w 120"/>
                <a:gd name="T11" fmla="*/ 3 h 108"/>
                <a:gd name="T12" fmla="*/ 15 w 120"/>
                <a:gd name="T13" fmla="*/ 27 h 108"/>
                <a:gd name="T14" fmla="*/ 32 w 120"/>
                <a:gd name="T15" fmla="*/ 10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08">
                  <a:moveTo>
                    <a:pt x="32" y="100"/>
                  </a:moveTo>
                  <a:cubicBezTo>
                    <a:pt x="41" y="106"/>
                    <a:pt x="50" y="108"/>
                    <a:pt x="60" y="108"/>
                  </a:cubicBezTo>
                  <a:cubicBezTo>
                    <a:pt x="65" y="108"/>
                    <a:pt x="69" y="108"/>
                    <a:pt x="73" y="107"/>
                  </a:cubicBezTo>
                  <a:cubicBezTo>
                    <a:pt x="87" y="103"/>
                    <a:pt x="99" y="94"/>
                    <a:pt x="106" y="81"/>
                  </a:cubicBezTo>
                  <a:cubicBezTo>
                    <a:pt x="120" y="56"/>
                    <a:pt x="112" y="25"/>
                    <a:pt x="88" y="10"/>
                  </a:cubicBezTo>
                  <a:cubicBezTo>
                    <a:pt x="76" y="2"/>
                    <a:pt x="62" y="0"/>
                    <a:pt x="48" y="3"/>
                  </a:cubicBezTo>
                  <a:cubicBezTo>
                    <a:pt x="34" y="6"/>
                    <a:pt x="23" y="15"/>
                    <a:pt x="15" y="27"/>
                  </a:cubicBezTo>
                  <a:cubicBezTo>
                    <a:pt x="0" y="52"/>
                    <a:pt x="8" y="85"/>
                    <a:pt x="32" y="1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48" name="任意多边形: 形状 547"/>
            <p:cNvSpPr/>
            <p:nvPr/>
          </p:nvSpPr>
          <p:spPr bwMode="auto">
            <a:xfrm>
              <a:off x="2017" y="1091"/>
              <a:ext cx="42" cy="38"/>
            </a:xfrm>
            <a:custGeom>
              <a:avLst/>
              <a:gdLst>
                <a:gd name="T0" fmla="*/ 57 w 114"/>
                <a:gd name="T1" fmla="*/ 104 h 104"/>
                <a:gd name="T2" fmla="*/ 77 w 114"/>
                <a:gd name="T3" fmla="*/ 99 h 104"/>
                <a:gd name="T4" fmla="*/ 105 w 114"/>
                <a:gd name="T5" fmla="*/ 70 h 104"/>
                <a:gd name="T6" fmla="*/ 76 w 114"/>
                <a:gd name="T7" fmla="*/ 5 h 104"/>
                <a:gd name="T8" fmla="*/ 38 w 114"/>
                <a:gd name="T9" fmla="*/ 5 h 104"/>
                <a:gd name="T10" fmla="*/ 10 w 114"/>
                <a:gd name="T11" fmla="*/ 33 h 104"/>
                <a:gd name="T12" fmla="*/ 38 w 114"/>
                <a:gd name="T13" fmla="*/ 100 h 104"/>
                <a:gd name="T14" fmla="*/ 57 w 114"/>
                <a:gd name="T15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4" h="104">
                  <a:moveTo>
                    <a:pt x="57" y="104"/>
                  </a:moveTo>
                  <a:cubicBezTo>
                    <a:pt x="64" y="104"/>
                    <a:pt x="71" y="102"/>
                    <a:pt x="77" y="99"/>
                  </a:cubicBezTo>
                  <a:cubicBezTo>
                    <a:pt x="90" y="94"/>
                    <a:pt x="100" y="83"/>
                    <a:pt x="105" y="70"/>
                  </a:cubicBezTo>
                  <a:cubicBezTo>
                    <a:pt x="114" y="44"/>
                    <a:pt x="101" y="15"/>
                    <a:pt x="76" y="5"/>
                  </a:cubicBezTo>
                  <a:cubicBezTo>
                    <a:pt x="64" y="0"/>
                    <a:pt x="50" y="0"/>
                    <a:pt x="38" y="5"/>
                  </a:cubicBezTo>
                  <a:cubicBezTo>
                    <a:pt x="25" y="10"/>
                    <a:pt x="16" y="20"/>
                    <a:pt x="10" y="33"/>
                  </a:cubicBezTo>
                  <a:cubicBezTo>
                    <a:pt x="0" y="59"/>
                    <a:pt x="12" y="89"/>
                    <a:pt x="38" y="100"/>
                  </a:cubicBezTo>
                  <a:cubicBezTo>
                    <a:pt x="44" y="102"/>
                    <a:pt x="51" y="104"/>
                    <a:pt x="57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49" name="任意多边形: 形状 548"/>
            <p:cNvSpPr/>
            <p:nvPr/>
          </p:nvSpPr>
          <p:spPr bwMode="auto">
            <a:xfrm>
              <a:off x="1911" y="1036"/>
              <a:ext cx="38" cy="36"/>
            </a:xfrm>
            <a:custGeom>
              <a:avLst/>
              <a:gdLst>
                <a:gd name="T0" fmla="*/ 27 w 105"/>
                <a:gd name="T1" fmla="*/ 9 h 100"/>
                <a:gd name="T2" fmla="*/ 6 w 105"/>
                <a:gd name="T3" fmla="*/ 40 h 100"/>
                <a:gd name="T4" fmla="*/ 42 w 105"/>
                <a:gd name="T5" fmla="*/ 99 h 100"/>
                <a:gd name="T6" fmla="*/ 53 w 105"/>
                <a:gd name="T7" fmla="*/ 100 h 100"/>
                <a:gd name="T8" fmla="*/ 79 w 105"/>
                <a:gd name="T9" fmla="*/ 92 h 100"/>
                <a:gd name="T10" fmla="*/ 101 w 105"/>
                <a:gd name="T11" fmla="*/ 60 h 100"/>
                <a:gd name="T12" fmla="*/ 64 w 105"/>
                <a:gd name="T13" fmla="*/ 3 h 100"/>
                <a:gd name="T14" fmla="*/ 27 w 105"/>
                <a:gd name="T15" fmla="*/ 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100">
                  <a:moveTo>
                    <a:pt x="27" y="9"/>
                  </a:moveTo>
                  <a:cubicBezTo>
                    <a:pt x="16" y="16"/>
                    <a:pt x="9" y="27"/>
                    <a:pt x="6" y="40"/>
                  </a:cubicBezTo>
                  <a:cubicBezTo>
                    <a:pt x="0" y="66"/>
                    <a:pt x="16" y="93"/>
                    <a:pt x="42" y="99"/>
                  </a:cubicBezTo>
                  <a:cubicBezTo>
                    <a:pt x="46" y="99"/>
                    <a:pt x="49" y="100"/>
                    <a:pt x="53" y="100"/>
                  </a:cubicBezTo>
                  <a:cubicBezTo>
                    <a:pt x="62" y="100"/>
                    <a:pt x="71" y="97"/>
                    <a:pt x="79" y="92"/>
                  </a:cubicBezTo>
                  <a:cubicBezTo>
                    <a:pt x="90" y="85"/>
                    <a:pt x="98" y="73"/>
                    <a:pt x="101" y="60"/>
                  </a:cubicBezTo>
                  <a:cubicBezTo>
                    <a:pt x="105" y="34"/>
                    <a:pt x="89" y="9"/>
                    <a:pt x="64" y="3"/>
                  </a:cubicBezTo>
                  <a:cubicBezTo>
                    <a:pt x="51" y="0"/>
                    <a:pt x="38" y="2"/>
                    <a:pt x="27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50" name="任意多边形: 形状 549"/>
            <p:cNvSpPr/>
            <p:nvPr/>
          </p:nvSpPr>
          <p:spPr bwMode="auto">
            <a:xfrm>
              <a:off x="1800" y="999"/>
              <a:ext cx="34" cy="35"/>
            </a:xfrm>
            <a:custGeom>
              <a:avLst/>
              <a:gdLst>
                <a:gd name="T0" fmla="*/ 45 w 95"/>
                <a:gd name="T1" fmla="*/ 94 h 94"/>
                <a:gd name="T2" fmla="*/ 79 w 95"/>
                <a:gd name="T3" fmla="*/ 82 h 94"/>
                <a:gd name="T4" fmla="*/ 94 w 95"/>
                <a:gd name="T5" fmla="*/ 48 h 94"/>
                <a:gd name="T6" fmla="*/ 51 w 95"/>
                <a:gd name="T7" fmla="*/ 1 h 94"/>
                <a:gd name="T8" fmla="*/ 18 w 95"/>
                <a:gd name="T9" fmla="*/ 12 h 94"/>
                <a:gd name="T10" fmla="*/ 2 w 95"/>
                <a:gd name="T11" fmla="*/ 44 h 94"/>
                <a:gd name="T12" fmla="*/ 45 w 95"/>
                <a:gd name="T13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" h="94">
                  <a:moveTo>
                    <a:pt x="45" y="94"/>
                  </a:moveTo>
                  <a:cubicBezTo>
                    <a:pt x="59" y="94"/>
                    <a:pt x="70" y="90"/>
                    <a:pt x="79" y="82"/>
                  </a:cubicBezTo>
                  <a:cubicBezTo>
                    <a:pt x="88" y="73"/>
                    <a:pt x="94" y="61"/>
                    <a:pt x="94" y="48"/>
                  </a:cubicBezTo>
                  <a:cubicBezTo>
                    <a:pt x="95" y="24"/>
                    <a:pt x="75" y="2"/>
                    <a:pt x="51" y="1"/>
                  </a:cubicBezTo>
                  <a:cubicBezTo>
                    <a:pt x="38" y="0"/>
                    <a:pt x="27" y="4"/>
                    <a:pt x="18" y="12"/>
                  </a:cubicBezTo>
                  <a:cubicBezTo>
                    <a:pt x="8" y="20"/>
                    <a:pt x="3" y="32"/>
                    <a:pt x="2" y="44"/>
                  </a:cubicBezTo>
                  <a:cubicBezTo>
                    <a:pt x="0" y="70"/>
                    <a:pt x="20" y="92"/>
                    <a:pt x="45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51" name="任意多边形: 形状 550"/>
            <p:cNvSpPr/>
            <p:nvPr/>
          </p:nvSpPr>
          <p:spPr bwMode="auto">
            <a:xfrm>
              <a:off x="1684" y="980"/>
              <a:ext cx="34" cy="33"/>
            </a:xfrm>
            <a:custGeom>
              <a:avLst/>
              <a:gdLst>
                <a:gd name="T0" fmla="*/ 42 w 92"/>
                <a:gd name="T1" fmla="*/ 2 h 91"/>
                <a:gd name="T2" fmla="*/ 3 w 92"/>
                <a:gd name="T3" fmla="*/ 51 h 91"/>
                <a:gd name="T4" fmla="*/ 19 w 92"/>
                <a:gd name="T5" fmla="*/ 81 h 91"/>
                <a:gd name="T6" fmla="*/ 46 w 92"/>
                <a:gd name="T7" fmla="*/ 91 h 91"/>
                <a:gd name="T8" fmla="*/ 51 w 92"/>
                <a:gd name="T9" fmla="*/ 91 h 91"/>
                <a:gd name="T10" fmla="*/ 81 w 92"/>
                <a:gd name="T11" fmla="*/ 74 h 91"/>
                <a:gd name="T12" fmla="*/ 90 w 92"/>
                <a:gd name="T13" fmla="*/ 40 h 91"/>
                <a:gd name="T14" fmla="*/ 42 w 92"/>
                <a:gd name="T15" fmla="*/ 2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91">
                  <a:moveTo>
                    <a:pt x="42" y="2"/>
                  </a:moveTo>
                  <a:cubicBezTo>
                    <a:pt x="18" y="5"/>
                    <a:pt x="0" y="27"/>
                    <a:pt x="3" y="51"/>
                  </a:cubicBezTo>
                  <a:cubicBezTo>
                    <a:pt x="4" y="63"/>
                    <a:pt x="9" y="74"/>
                    <a:pt x="19" y="81"/>
                  </a:cubicBezTo>
                  <a:cubicBezTo>
                    <a:pt x="27" y="88"/>
                    <a:pt x="36" y="91"/>
                    <a:pt x="46" y="91"/>
                  </a:cubicBezTo>
                  <a:cubicBezTo>
                    <a:pt x="48" y="91"/>
                    <a:pt x="49" y="91"/>
                    <a:pt x="51" y="91"/>
                  </a:cubicBezTo>
                  <a:cubicBezTo>
                    <a:pt x="63" y="90"/>
                    <a:pt x="73" y="84"/>
                    <a:pt x="81" y="74"/>
                  </a:cubicBezTo>
                  <a:cubicBezTo>
                    <a:pt x="88" y="65"/>
                    <a:pt x="92" y="52"/>
                    <a:pt x="90" y="40"/>
                  </a:cubicBezTo>
                  <a:cubicBezTo>
                    <a:pt x="87" y="17"/>
                    <a:pt x="65" y="0"/>
                    <a:pt x="4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52" name="任意多边形: 形状 551"/>
            <p:cNvSpPr/>
            <p:nvPr/>
          </p:nvSpPr>
          <p:spPr bwMode="auto">
            <a:xfrm>
              <a:off x="1567" y="978"/>
              <a:ext cx="33" cy="32"/>
            </a:xfrm>
            <a:custGeom>
              <a:avLst/>
              <a:gdLst>
                <a:gd name="T0" fmla="*/ 83 w 90"/>
                <a:gd name="T1" fmla="*/ 68 h 89"/>
                <a:gd name="T2" fmla="*/ 86 w 90"/>
                <a:gd name="T3" fmla="*/ 35 h 89"/>
                <a:gd name="T4" fmla="*/ 35 w 90"/>
                <a:gd name="T5" fmla="*/ 6 h 89"/>
                <a:gd name="T6" fmla="*/ 6 w 90"/>
                <a:gd name="T7" fmla="*/ 58 h 89"/>
                <a:gd name="T8" fmla="*/ 26 w 90"/>
                <a:gd name="T9" fmla="*/ 84 h 89"/>
                <a:gd name="T10" fmla="*/ 46 w 90"/>
                <a:gd name="T11" fmla="*/ 89 h 89"/>
                <a:gd name="T12" fmla="*/ 57 w 90"/>
                <a:gd name="T13" fmla="*/ 88 h 89"/>
                <a:gd name="T14" fmla="*/ 83 w 90"/>
                <a:gd name="T15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" h="89">
                  <a:moveTo>
                    <a:pt x="83" y="68"/>
                  </a:moveTo>
                  <a:cubicBezTo>
                    <a:pt x="88" y="58"/>
                    <a:pt x="90" y="46"/>
                    <a:pt x="86" y="35"/>
                  </a:cubicBezTo>
                  <a:cubicBezTo>
                    <a:pt x="80" y="13"/>
                    <a:pt x="57" y="0"/>
                    <a:pt x="35" y="6"/>
                  </a:cubicBezTo>
                  <a:cubicBezTo>
                    <a:pt x="13" y="13"/>
                    <a:pt x="0" y="36"/>
                    <a:pt x="6" y="58"/>
                  </a:cubicBezTo>
                  <a:cubicBezTo>
                    <a:pt x="9" y="69"/>
                    <a:pt x="16" y="78"/>
                    <a:pt x="26" y="84"/>
                  </a:cubicBezTo>
                  <a:cubicBezTo>
                    <a:pt x="32" y="88"/>
                    <a:pt x="39" y="89"/>
                    <a:pt x="46" y="89"/>
                  </a:cubicBezTo>
                  <a:cubicBezTo>
                    <a:pt x="50" y="89"/>
                    <a:pt x="54" y="89"/>
                    <a:pt x="57" y="88"/>
                  </a:cubicBezTo>
                  <a:cubicBezTo>
                    <a:pt x="68" y="85"/>
                    <a:pt x="77" y="78"/>
                    <a:pt x="83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53" name="任意多边形: 形状 552"/>
            <p:cNvSpPr/>
            <p:nvPr/>
          </p:nvSpPr>
          <p:spPr bwMode="auto">
            <a:xfrm>
              <a:off x="1451" y="994"/>
              <a:ext cx="32" cy="31"/>
            </a:xfrm>
            <a:custGeom>
              <a:avLst/>
              <a:gdLst>
                <a:gd name="T0" fmla="*/ 9 w 86"/>
                <a:gd name="T1" fmla="*/ 63 h 86"/>
                <a:gd name="T2" fmla="*/ 31 w 86"/>
                <a:gd name="T3" fmla="*/ 84 h 86"/>
                <a:gd name="T4" fmla="*/ 45 w 86"/>
                <a:gd name="T5" fmla="*/ 86 h 86"/>
                <a:gd name="T6" fmla="*/ 62 w 86"/>
                <a:gd name="T7" fmla="*/ 83 h 86"/>
                <a:gd name="T8" fmla="*/ 82 w 86"/>
                <a:gd name="T9" fmla="*/ 60 h 86"/>
                <a:gd name="T10" fmla="*/ 81 w 86"/>
                <a:gd name="T11" fmla="*/ 28 h 86"/>
                <a:gd name="T12" fmla="*/ 28 w 86"/>
                <a:gd name="T13" fmla="*/ 10 h 86"/>
                <a:gd name="T14" fmla="*/ 9 w 86"/>
                <a:gd name="T15" fmla="*/ 6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86">
                  <a:moveTo>
                    <a:pt x="9" y="63"/>
                  </a:moveTo>
                  <a:cubicBezTo>
                    <a:pt x="13" y="73"/>
                    <a:pt x="21" y="80"/>
                    <a:pt x="31" y="84"/>
                  </a:cubicBezTo>
                  <a:cubicBezTo>
                    <a:pt x="36" y="86"/>
                    <a:pt x="40" y="86"/>
                    <a:pt x="45" y="86"/>
                  </a:cubicBezTo>
                  <a:cubicBezTo>
                    <a:pt x="51" y="86"/>
                    <a:pt x="56" y="85"/>
                    <a:pt x="62" y="83"/>
                  </a:cubicBezTo>
                  <a:cubicBezTo>
                    <a:pt x="71" y="78"/>
                    <a:pt x="79" y="70"/>
                    <a:pt x="82" y="60"/>
                  </a:cubicBezTo>
                  <a:cubicBezTo>
                    <a:pt x="86" y="49"/>
                    <a:pt x="85" y="38"/>
                    <a:pt x="81" y="28"/>
                  </a:cubicBezTo>
                  <a:cubicBezTo>
                    <a:pt x="71" y="9"/>
                    <a:pt x="48" y="0"/>
                    <a:pt x="28" y="10"/>
                  </a:cubicBezTo>
                  <a:cubicBezTo>
                    <a:pt x="8" y="19"/>
                    <a:pt x="0" y="43"/>
                    <a:pt x="9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54" name="任意多边形: 形状 553"/>
            <p:cNvSpPr/>
            <p:nvPr/>
          </p:nvSpPr>
          <p:spPr bwMode="auto">
            <a:xfrm>
              <a:off x="1339" y="1028"/>
              <a:ext cx="31" cy="30"/>
            </a:xfrm>
            <a:custGeom>
              <a:avLst/>
              <a:gdLst>
                <a:gd name="T0" fmla="*/ 36 w 85"/>
                <a:gd name="T1" fmla="*/ 81 h 81"/>
                <a:gd name="T2" fmla="*/ 43 w 85"/>
                <a:gd name="T3" fmla="*/ 81 h 81"/>
                <a:gd name="T4" fmla="*/ 64 w 85"/>
                <a:gd name="T5" fmla="*/ 74 h 81"/>
                <a:gd name="T6" fmla="*/ 73 w 85"/>
                <a:gd name="T7" fmla="*/ 21 h 81"/>
                <a:gd name="T8" fmla="*/ 21 w 85"/>
                <a:gd name="T9" fmla="*/ 12 h 81"/>
                <a:gd name="T10" fmla="*/ 12 w 85"/>
                <a:gd name="T11" fmla="*/ 65 h 81"/>
                <a:gd name="T12" fmla="*/ 36 w 85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81">
                  <a:moveTo>
                    <a:pt x="36" y="81"/>
                  </a:moveTo>
                  <a:cubicBezTo>
                    <a:pt x="38" y="81"/>
                    <a:pt x="41" y="81"/>
                    <a:pt x="43" y="81"/>
                  </a:cubicBezTo>
                  <a:cubicBezTo>
                    <a:pt x="50" y="81"/>
                    <a:pt x="58" y="79"/>
                    <a:pt x="64" y="74"/>
                  </a:cubicBezTo>
                  <a:cubicBezTo>
                    <a:pt x="81" y="62"/>
                    <a:pt x="85" y="38"/>
                    <a:pt x="73" y="21"/>
                  </a:cubicBezTo>
                  <a:cubicBezTo>
                    <a:pt x="61" y="4"/>
                    <a:pt x="38" y="0"/>
                    <a:pt x="21" y="12"/>
                  </a:cubicBezTo>
                  <a:cubicBezTo>
                    <a:pt x="4" y="24"/>
                    <a:pt x="0" y="48"/>
                    <a:pt x="12" y="65"/>
                  </a:cubicBezTo>
                  <a:cubicBezTo>
                    <a:pt x="18" y="73"/>
                    <a:pt x="26" y="79"/>
                    <a:pt x="36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55" name="任意多边形: 形状 554"/>
            <p:cNvSpPr/>
            <p:nvPr/>
          </p:nvSpPr>
          <p:spPr bwMode="auto">
            <a:xfrm>
              <a:off x="1232" y="1082"/>
              <a:ext cx="28" cy="26"/>
            </a:xfrm>
            <a:custGeom>
              <a:avLst/>
              <a:gdLst>
                <a:gd name="T0" fmla="*/ 13 w 77"/>
                <a:gd name="T1" fmla="*/ 61 h 71"/>
                <a:gd name="T2" fmla="*/ 39 w 77"/>
                <a:gd name="T3" fmla="*/ 71 h 71"/>
                <a:gd name="T4" fmla="*/ 64 w 77"/>
                <a:gd name="T5" fmla="*/ 61 h 71"/>
                <a:gd name="T6" fmla="*/ 63 w 77"/>
                <a:gd name="T7" fmla="*/ 10 h 71"/>
                <a:gd name="T8" fmla="*/ 39 w 77"/>
                <a:gd name="T9" fmla="*/ 0 h 71"/>
                <a:gd name="T10" fmla="*/ 13 w 77"/>
                <a:gd name="T11" fmla="*/ 10 h 71"/>
                <a:gd name="T12" fmla="*/ 13 w 77"/>
                <a:gd name="T13" fmla="*/ 6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" h="71">
                  <a:moveTo>
                    <a:pt x="13" y="61"/>
                  </a:moveTo>
                  <a:cubicBezTo>
                    <a:pt x="20" y="68"/>
                    <a:pt x="29" y="71"/>
                    <a:pt x="39" y="71"/>
                  </a:cubicBezTo>
                  <a:cubicBezTo>
                    <a:pt x="48" y="69"/>
                    <a:pt x="57" y="68"/>
                    <a:pt x="64" y="61"/>
                  </a:cubicBezTo>
                  <a:cubicBezTo>
                    <a:pt x="77" y="47"/>
                    <a:pt x="77" y="24"/>
                    <a:pt x="63" y="10"/>
                  </a:cubicBezTo>
                  <a:cubicBezTo>
                    <a:pt x="57" y="3"/>
                    <a:pt x="48" y="0"/>
                    <a:pt x="39" y="0"/>
                  </a:cubicBezTo>
                  <a:cubicBezTo>
                    <a:pt x="27" y="1"/>
                    <a:pt x="20" y="4"/>
                    <a:pt x="13" y="10"/>
                  </a:cubicBezTo>
                  <a:cubicBezTo>
                    <a:pt x="0" y="24"/>
                    <a:pt x="0" y="47"/>
                    <a:pt x="13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56" name="任意多边形: 形状 555"/>
            <p:cNvSpPr/>
            <p:nvPr/>
          </p:nvSpPr>
          <p:spPr bwMode="auto">
            <a:xfrm>
              <a:off x="1131" y="1151"/>
              <a:ext cx="28" cy="25"/>
            </a:xfrm>
            <a:custGeom>
              <a:avLst/>
              <a:gdLst>
                <a:gd name="T0" fmla="*/ 10 w 76"/>
                <a:gd name="T1" fmla="*/ 16 h 68"/>
                <a:gd name="T2" fmla="*/ 19 w 76"/>
                <a:gd name="T3" fmla="*/ 62 h 68"/>
                <a:gd name="T4" fmla="*/ 38 w 76"/>
                <a:gd name="T5" fmla="*/ 68 h 68"/>
                <a:gd name="T6" fmla="*/ 44 w 76"/>
                <a:gd name="T7" fmla="*/ 67 h 68"/>
                <a:gd name="T8" fmla="*/ 65 w 76"/>
                <a:gd name="T9" fmla="*/ 53 h 68"/>
                <a:gd name="T10" fmla="*/ 56 w 76"/>
                <a:gd name="T11" fmla="*/ 7 h 68"/>
                <a:gd name="T12" fmla="*/ 32 w 76"/>
                <a:gd name="T13" fmla="*/ 2 h 68"/>
                <a:gd name="T14" fmla="*/ 10 w 76"/>
                <a:gd name="T15" fmla="*/ 1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68">
                  <a:moveTo>
                    <a:pt x="10" y="16"/>
                  </a:moveTo>
                  <a:cubicBezTo>
                    <a:pt x="0" y="31"/>
                    <a:pt x="4" y="52"/>
                    <a:pt x="19" y="62"/>
                  </a:cubicBezTo>
                  <a:cubicBezTo>
                    <a:pt x="25" y="66"/>
                    <a:pt x="31" y="68"/>
                    <a:pt x="38" y="68"/>
                  </a:cubicBezTo>
                  <a:cubicBezTo>
                    <a:pt x="40" y="68"/>
                    <a:pt x="42" y="68"/>
                    <a:pt x="44" y="67"/>
                  </a:cubicBezTo>
                  <a:cubicBezTo>
                    <a:pt x="53" y="66"/>
                    <a:pt x="60" y="61"/>
                    <a:pt x="65" y="53"/>
                  </a:cubicBezTo>
                  <a:cubicBezTo>
                    <a:pt x="76" y="38"/>
                    <a:pt x="72" y="17"/>
                    <a:pt x="56" y="7"/>
                  </a:cubicBezTo>
                  <a:cubicBezTo>
                    <a:pt x="49" y="2"/>
                    <a:pt x="41" y="0"/>
                    <a:pt x="32" y="2"/>
                  </a:cubicBezTo>
                  <a:cubicBezTo>
                    <a:pt x="23" y="3"/>
                    <a:pt x="15" y="8"/>
                    <a:pt x="1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557" name="任意多边形: 形状 556"/>
            <p:cNvSpPr/>
            <p:nvPr/>
          </p:nvSpPr>
          <p:spPr bwMode="auto">
            <a:xfrm>
              <a:off x="1040" y="1238"/>
              <a:ext cx="26" cy="23"/>
            </a:xfrm>
            <a:custGeom>
              <a:avLst/>
              <a:gdLst>
                <a:gd name="T0" fmla="*/ 23 w 71"/>
                <a:gd name="T1" fmla="*/ 61 h 63"/>
                <a:gd name="T2" fmla="*/ 35 w 71"/>
                <a:gd name="T3" fmla="*/ 63 h 63"/>
                <a:gd name="T4" fmla="*/ 47 w 71"/>
                <a:gd name="T5" fmla="*/ 61 h 63"/>
                <a:gd name="T6" fmla="*/ 64 w 71"/>
                <a:gd name="T7" fmla="*/ 44 h 63"/>
                <a:gd name="T8" fmla="*/ 48 w 71"/>
                <a:gd name="T9" fmla="*/ 3 h 63"/>
                <a:gd name="T10" fmla="*/ 24 w 71"/>
                <a:gd name="T11" fmla="*/ 3 h 63"/>
                <a:gd name="T12" fmla="*/ 7 w 71"/>
                <a:gd name="T13" fmla="*/ 20 h 63"/>
                <a:gd name="T14" fmla="*/ 23 w 71"/>
                <a:gd name="T15" fmla="*/ 6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63">
                  <a:moveTo>
                    <a:pt x="23" y="61"/>
                  </a:moveTo>
                  <a:cubicBezTo>
                    <a:pt x="27" y="63"/>
                    <a:pt x="31" y="63"/>
                    <a:pt x="35" y="63"/>
                  </a:cubicBezTo>
                  <a:cubicBezTo>
                    <a:pt x="39" y="63"/>
                    <a:pt x="43" y="63"/>
                    <a:pt x="47" y="61"/>
                  </a:cubicBezTo>
                  <a:cubicBezTo>
                    <a:pt x="55" y="58"/>
                    <a:pt x="61" y="52"/>
                    <a:pt x="64" y="44"/>
                  </a:cubicBezTo>
                  <a:cubicBezTo>
                    <a:pt x="71" y="28"/>
                    <a:pt x="63" y="10"/>
                    <a:pt x="48" y="3"/>
                  </a:cubicBezTo>
                  <a:cubicBezTo>
                    <a:pt x="40" y="0"/>
                    <a:pt x="32" y="0"/>
                    <a:pt x="24" y="3"/>
                  </a:cubicBezTo>
                  <a:cubicBezTo>
                    <a:pt x="16" y="6"/>
                    <a:pt x="10" y="12"/>
                    <a:pt x="7" y="20"/>
                  </a:cubicBezTo>
                  <a:cubicBezTo>
                    <a:pt x="0" y="36"/>
                    <a:pt x="8" y="54"/>
                    <a:pt x="23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245475" y="5683885"/>
            <a:ext cx="360362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aseline="-25000"/>
              <a:t>基于</a:t>
            </a:r>
            <a:r>
              <a:rPr lang="en-US" altLang="zh-CN" sz="4000" baseline="-25000"/>
              <a:t>OpenDigger</a:t>
            </a:r>
            <a:r>
              <a:rPr lang="zh-CN" altLang="en-US" sz="4000" baseline="-25000"/>
              <a:t>、</a:t>
            </a:r>
            <a:r>
              <a:rPr lang="en-US" altLang="zh-CN" sz="4000" baseline="-25000"/>
              <a:t>DataEase</a:t>
            </a:r>
            <a:r>
              <a:rPr lang="zh-CN" altLang="en-US" sz="4000" baseline="-25000"/>
              <a:t>开源项目</a:t>
            </a:r>
            <a:endParaRPr lang="zh-CN" altLang="en-US" sz="4000" baseline="-25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空心弧 7" hidden="1"/>
          <p:cNvSpPr/>
          <p:nvPr/>
        </p:nvSpPr>
        <p:spPr>
          <a:xfrm>
            <a:off x="3543300" y="2184400"/>
            <a:ext cx="2311400" cy="2311400"/>
          </a:xfrm>
          <a:prstGeom prst="blockArc">
            <a:avLst>
              <a:gd name="adj1" fmla="val 10938326"/>
              <a:gd name="adj2" fmla="val 6156498"/>
              <a:gd name="adj3" fmla="val 28604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6" name="椭圆 5" hidden="1"/>
          <p:cNvSpPr/>
          <p:nvPr/>
        </p:nvSpPr>
        <p:spPr>
          <a:xfrm>
            <a:off x="-2768600" y="787400"/>
            <a:ext cx="5105400" cy="5105400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alpha val="11000"/>
                </a:schemeClr>
              </a:gs>
              <a:gs pos="5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4" name="矩形: 圆角 3" hidden="1"/>
          <p:cNvSpPr/>
          <p:nvPr/>
        </p:nvSpPr>
        <p:spPr>
          <a:xfrm>
            <a:off x="-215900" y="4216400"/>
            <a:ext cx="5334000" cy="5588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>
                  <a:alpha val="11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9" name="矩形: 圆角 8" hidden="1"/>
          <p:cNvSpPr/>
          <p:nvPr/>
        </p:nvSpPr>
        <p:spPr>
          <a:xfrm>
            <a:off x="-482600" y="4541036"/>
            <a:ext cx="4470400" cy="46832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>
                  <a:alpha val="11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24000" y="2828836"/>
            <a:ext cx="289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76000">
                      <a:schemeClr val="accent3"/>
                    </a:gs>
                    <a:gs pos="0">
                      <a:schemeClr val="accent1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目录</a:t>
            </a:r>
            <a:endParaRPr kumimoji="0" lang="zh-CN" altLang="en-US" sz="72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76000">
                    <a:schemeClr val="accent3"/>
                  </a:gs>
                  <a:gs pos="0">
                    <a:schemeClr val="accent1"/>
                  </a:gs>
                </a:gsLst>
                <a:lin ang="2700000" scaled="1"/>
                <a:tileRect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84360" y="2261735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76000">
                      <a:schemeClr val="accent3"/>
                    </a:gs>
                    <a:gs pos="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01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gradFill>
                <a:gsLst>
                  <a:gs pos="76000">
                    <a:schemeClr val="accent3"/>
                  </a:gs>
                  <a:gs pos="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136860" y="2292513"/>
            <a:ext cx="1871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项目背景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8006218" y="2418213"/>
            <a:ext cx="0" cy="333375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7184360" y="3130061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600" b="0" i="0" u="none" strike="noStrike" cap="none" spc="0" normalizeH="0" baseline="0">
                <a:ln>
                  <a:noFill/>
                </a:ln>
                <a:gradFill>
                  <a:gsLst>
                    <a:gs pos="92000">
                      <a:schemeClr val="accent3"/>
                    </a:gs>
                    <a:gs pos="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76000">
                      <a:schemeClr val="accent3"/>
                    </a:gs>
                    <a:gs pos="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02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gradFill>
                <a:gsLst>
                  <a:gs pos="76000">
                    <a:schemeClr val="accent3"/>
                  </a:gs>
                  <a:gs pos="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136860" y="3160839"/>
            <a:ext cx="1871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项目计划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8006218" y="3286539"/>
            <a:ext cx="0" cy="333375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184360" y="3998387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600" b="0" i="0" u="none" strike="noStrike" cap="none" spc="0" normalizeH="0" baseline="0">
                <a:ln>
                  <a:noFill/>
                </a:ln>
                <a:gradFill>
                  <a:gsLst>
                    <a:gs pos="92000">
                      <a:schemeClr val="accent3"/>
                    </a:gs>
                    <a:gs pos="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76000">
                      <a:schemeClr val="accent3"/>
                    </a:gs>
                    <a:gs pos="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03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gradFill>
                <a:gsLst>
                  <a:gs pos="76000">
                    <a:schemeClr val="accent3"/>
                  </a:gs>
                  <a:gs pos="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136860" y="4029165"/>
            <a:ext cx="1871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期望成果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8006218" y="4154865"/>
            <a:ext cx="0" cy="333375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032248" y="1999734"/>
            <a:ext cx="2127505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92000">
                      <a:schemeClr val="accent3"/>
                    </a:gs>
                    <a:gs pos="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01</a:t>
            </a:r>
            <a:endParaRPr kumimoji="0" lang="zh-CN" altLang="en-US" sz="13800" b="0" i="0" u="none" strike="noStrike" kern="1200" cap="none" spc="0" normalizeH="0" baseline="0" noProof="0">
              <a:ln>
                <a:noFill/>
              </a:ln>
              <a:gradFill>
                <a:gsLst>
                  <a:gs pos="92000">
                    <a:schemeClr val="accent3"/>
                  </a:gs>
                  <a:gs pos="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580371" y="4093029"/>
            <a:ext cx="1031258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329315" y="4303914"/>
            <a:ext cx="3533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srgbClr val="000000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项目背景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2047875" y="1163961"/>
            <a:ext cx="761011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/>
          <p:cNvSpPr/>
          <p:nvPr/>
        </p:nvSpPr>
        <p:spPr>
          <a:xfrm>
            <a:off x="587375" y="1669144"/>
            <a:ext cx="5348968" cy="4382884"/>
          </a:xfrm>
          <a:prstGeom prst="roundRect">
            <a:avLst>
              <a:gd name="adj" fmla="val 5101"/>
            </a:avLst>
          </a:prstGeom>
          <a:noFill/>
          <a:ln w="6350">
            <a:solidFill>
              <a:schemeClr val="accent1">
                <a:alpha val="2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6246132" y="1669144"/>
            <a:ext cx="5348968" cy="4382884"/>
          </a:xfrm>
          <a:prstGeom prst="roundRect">
            <a:avLst>
              <a:gd name="adj" fmla="val 5101"/>
            </a:avLst>
          </a:prstGeom>
          <a:noFill/>
          <a:ln w="6350">
            <a:solidFill>
              <a:schemeClr val="accent1">
                <a:alpha val="2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47944" y="3012529"/>
            <a:ext cx="1696112" cy="1696115"/>
          </a:xfrm>
          <a:prstGeom prst="ellipse">
            <a:avLst/>
          </a:prstGeom>
          <a:gradFill flip="none" rotWithShape="1">
            <a:gsLst>
              <a:gs pos="30000">
                <a:schemeClr val="accent1"/>
              </a:gs>
              <a:gs pos="10000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7" name="空心弧 6"/>
          <p:cNvSpPr/>
          <p:nvPr/>
        </p:nvSpPr>
        <p:spPr>
          <a:xfrm>
            <a:off x="5034706" y="2799290"/>
            <a:ext cx="2122589" cy="2122592"/>
          </a:xfrm>
          <a:prstGeom prst="blockArc">
            <a:avLst>
              <a:gd name="adj1" fmla="val 13759388"/>
              <a:gd name="adj2" fmla="val 4707929"/>
              <a:gd name="adj3" fmla="val 18946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0" name="空心弧 9"/>
          <p:cNvSpPr/>
          <p:nvPr/>
        </p:nvSpPr>
        <p:spPr>
          <a:xfrm rot="9472655">
            <a:off x="5034706" y="2799290"/>
            <a:ext cx="2122589" cy="2122592"/>
          </a:xfrm>
          <a:prstGeom prst="blockArc">
            <a:avLst>
              <a:gd name="adj1" fmla="val 13759388"/>
              <a:gd name="adj2" fmla="val 4707929"/>
              <a:gd name="adj3" fmla="val 18946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69428" y="3321977"/>
            <a:ext cx="10531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市场现状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30610" y="2216141"/>
            <a:ext cx="2057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开发者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困境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908793" y="2923629"/>
            <a:ext cx="3587007" cy="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865084" y="3062088"/>
            <a:ext cx="3687313" cy="1656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项目维护者缺乏客观自我评估攻击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00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开发者想参与开源但不知道如何选取更有前景的项目并加入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02334" y="2216141"/>
            <a:ext cx="2480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企业</a:t>
            </a:r>
            <a:r>
              <a:rPr lang="en-US" altLang="zh-CN" sz="2800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r>
              <a:rPr lang="zh-CN" altLang="en-US" sz="2800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投资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困境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7680517" y="2923629"/>
            <a:ext cx="3587007" cy="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7636808" y="3062088"/>
            <a:ext cx="3687313" cy="2531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开源项目爆炸式增长：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GitHub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上已有超过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亿个仓库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企业面临海量开源技术，选择成本高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00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投资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机构需要科学评估开源项目投资价值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1027478" y="2260594"/>
            <a:ext cx="299657" cy="374571"/>
          </a:xfrm>
          <a:custGeom>
            <a:avLst/>
            <a:gdLst>
              <a:gd name="connsiteX0" fmla="*/ 0 w 299657"/>
              <a:gd name="connsiteY0" fmla="*/ 18729 h 374571"/>
              <a:gd name="connsiteX1" fmla="*/ 18729 w 299657"/>
              <a:gd name="connsiteY1" fmla="*/ 0 h 374571"/>
              <a:gd name="connsiteX2" fmla="*/ 206014 w 299657"/>
              <a:gd name="connsiteY2" fmla="*/ 0 h 374571"/>
              <a:gd name="connsiteX3" fmla="*/ 299657 w 299657"/>
              <a:gd name="connsiteY3" fmla="*/ 93643 h 374571"/>
              <a:gd name="connsiteX4" fmla="*/ 299657 w 299657"/>
              <a:gd name="connsiteY4" fmla="*/ 355843 h 374571"/>
              <a:gd name="connsiteX5" fmla="*/ 280929 w 299657"/>
              <a:gd name="connsiteY5" fmla="*/ 374572 h 374571"/>
              <a:gd name="connsiteX6" fmla="*/ 18729 w 299657"/>
              <a:gd name="connsiteY6" fmla="*/ 374572 h 374571"/>
              <a:gd name="connsiteX7" fmla="*/ 0 w 299657"/>
              <a:gd name="connsiteY7" fmla="*/ 355843 h 374571"/>
              <a:gd name="connsiteX8" fmla="*/ 0 w 299657"/>
              <a:gd name="connsiteY8" fmla="*/ 18729 h 37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9657" h="374571">
                <a:moveTo>
                  <a:pt x="0" y="18729"/>
                </a:moveTo>
                <a:cubicBezTo>
                  <a:pt x="0" y="8385"/>
                  <a:pt x="8385" y="0"/>
                  <a:pt x="18729" y="0"/>
                </a:cubicBezTo>
                <a:lnTo>
                  <a:pt x="206014" y="0"/>
                </a:lnTo>
                <a:lnTo>
                  <a:pt x="299657" y="93643"/>
                </a:lnTo>
                <a:lnTo>
                  <a:pt x="299657" y="355843"/>
                </a:lnTo>
                <a:cubicBezTo>
                  <a:pt x="299657" y="366187"/>
                  <a:pt x="291273" y="374572"/>
                  <a:pt x="280929" y="374572"/>
                </a:cubicBezTo>
                <a:lnTo>
                  <a:pt x="18729" y="374572"/>
                </a:lnTo>
                <a:cubicBezTo>
                  <a:pt x="8385" y="374572"/>
                  <a:pt x="0" y="366187"/>
                  <a:pt x="0" y="355843"/>
                </a:cubicBezTo>
                <a:lnTo>
                  <a:pt x="0" y="18729"/>
                </a:ln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1102392" y="2410422"/>
            <a:ext cx="149828" cy="9364"/>
          </a:xfrm>
          <a:custGeom>
            <a:avLst/>
            <a:gdLst>
              <a:gd name="connsiteX0" fmla="*/ 0 w 149828"/>
              <a:gd name="connsiteY0" fmla="*/ 0 h 9364"/>
              <a:gd name="connsiteX1" fmla="*/ 149829 w 149828"/>
              <a:gd name="connsiteY1" fmla="*/ 0 h 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828" h="9364">
                <a:moveTo>
                  <a:pt x="0" y="0"/>
                </a:moveTo>
                <a:lnTo>
                  <a:pt x="149829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34" name="任意多边形: 形状 33"/>
          <p:cNvSpPr/>
          <p:nvPr/>
        </p:nvSpPr>
        <p:spPr>
          <a:xfrm>
            <a:off x="1102392" y="2485337"/>
            <a:ext cx="149828" cy="9364"/>
          </a:xfrm>
          <a:custGeom>
            <a:avLst/>
            <a:gdLst>
              <a:gd name="connsiteX0" fmla="*/ 0 w 149828"/>
              <a:gd name="connsiteY0" fmla="*/ 0 h 9364"/>
              <a:gd name="connsiteX1" fmla="*/ 149829 w 149828"/>
              <a:gd name="connsiteY1" fmla="*/ 0 h 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828" h="9364">
                <a:moveTo>
                  <a:pt x="0" y="0"/>
                </a:moveTo>
                <a:lnTo>
                  <a:pt x="149829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42" name="任意多边形: 形状 41"/>
          <p:cNvSpPr/>
          <p:nvPr/>
        </p:nvSpPr>
        <p:spPr>
          <a:xfrm>
            <a:off x="7809278" y="2260594"/>
            <a:ext cx="299657" cy="374571"/>
          </a:xfrm>
          <a:custGeom>
            <a:avLst/>
            <a:gdLst>
              <a:gd name="connsiteX0" fmla="*/ 0 w 299657"/>
              <a:gd name="connsiteY0" fmla="*/ 18729 h 374571"/>
              <a:gd name="connsiteX1" fmla="*/ 18729 w 299657"/>
              <a:gd name="connsiteY1" fmla="*/ 0 h 374571"/>
              <a:gd name="connsiteX2" fmla="*/ 206014 w 299657"/>
              <a:gd name="connsiteY2" fmla="*/ 0 h 374571"/>
              <a:gd name="connsiteX3" fmla="*/ 299657 w 299657"/>
              <a:gd name="connsiteY3" fmla="*/ 93643 h 374571"/>
              <a:gd name="connsiteX4" fmla="*/ 299657 w 299657"/>
              <a:gd name="connsiteY4" fmla="*/ 355843 h 374571"/>
              <a:gd name="connsiteX5" fmla="*/ 280929 w 299657"/>
              <a:gd name="connsiteY5" fmla="*/ 374572 h 374571"/>
              <a:gd name="connsiteX6" fmla="*/ 18729 w 299657"/>
              <a:gd name="connsiteY6" fmla="*/ 374572 h 374571"/>
              <a:gd name="connsiteX7" fmla="*/ 0 w 299657"/>
              <a:gd name="connsiteY7" fmla="*/ 355843 h 374571"/>
              <a:gd name="connsiteX8" fmla="*/ 0 w 299657"/>
              <a:gd name="connsiteY8" fmla="*/ 18729 h 37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9657" h="374571">
                <a:moveTo>
                  <a:pt x="0" y="18729"/>
                </a:moveTo>
                <a:cubicBezTo>
                  <a:pt x="0" y="8385"/>
                  <a:pt x="8385" y="0"/>
                  <a:pt x="18729" y="0"/>
                </a:cubicBezTo>
                <a:lnTo>
                  <a:pt x="206014" y="0"/>
                </a:lnTo>
                <a:lnTo>
                  <a:pt x="299657" y="93643"/>
                </a:lnTo>
                <a:lnTo>
                  <a:pt x="299657" y="355843"/>
                </a:lnTo>
                <a:cubicBezTo>
                  <a:pt x="299657" y="366187"/>
                  <a:pt x="291273" y="374572"/>
                  <a:pt x="280929" y="374572"/>
                </a:cubicBezTo>
                <a:lnTo>
                  <a:pt x="18729" y="374572"/>
                </a:lnTo>
                <a:cubicBezTo>
                  <a:pt x="8385" y="374572"/>
                  <a:pt x="0" y="366187"/>
                  <a:pt x="0" y="355843"/>
                </a:cubicBezTo>
                <a:lnTo>
                  <a:pt x="0" y="18729"/>
                </a:ln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43" name="任意多边形: 形状 42"/>
          <p:cNvSpPr/>
          <p:nvPr/>
        </p:nvSpPr>
        <p:spPr>
          <a:xfrm>
            <a:off x="7884192" y="2410422"/>
            <a:ext cx="149828" cy="9364"/>
          </a:xfrm>
          <a:custGeom>
            <a:avLst/>
            <a:gdLst>
              <a:gd name="connsiteX0" fmla="*/ 0 w 149828"/>
              <a:gd name="connsiteY0" fmla="*/ 0 h 9364"/>
              <a:gd name="connsiteX1" fmla="*/ 149829 w 149828"/>
              <a:gd name="connsiteY1" fmla="*/ 0 h 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828" h="9364">
                <a:moveTo>
                  <a:pt x="0" y="0"/>
                </a:moveTo>
                <a:lnTo>
                  <a:pt x="149829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7884192" y="2485337"/>
            <a:ext cx="149828" cy="9364"/>
          </a:xfrm>
          <a:custGeom>
            <a:avLst/>
            <a:gdLst>
              <a:gd name="connsiteX0" fmla="*/ 0 w 149828"/>
              <a:gd name="connsiteY0" fmla="*/ 0 h 9364"/>
              <a:gd name="connsiteX1" fmla="*/ 149829 w 149828"/>
              <a:gd name="connsiteY1" fmla="*/ 0 h 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828" h="9364">
                <a:moveTo>
                  <a:pt x="0" y="0"/>
                </a:moveTo>
                <a:lnTo>
                  <a:pt x="149829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098072" y="602771"/>
            <a:ext cx="5524500" cy="584775"/>
          </a:xfrm>
        </p:spPr>
        <p:txBody>
          <a:bodyPr>
            <a:spAutoFit/>
          </a:bodyPr>
          <a:lstStyle/>
          <a:p>
            <a:r>
              <a:rPr lang="zh-CN" altLang="en-US" dirty="0"/>
              <a:t>开源生态的机遇与挑战</a:t>
            </a:r>
            <a:endParaRPr lang="zh-CN" altLang="en-US" dirty="0"/>
          </a:p>
        </p:txBody>
      </p:sp>
      <p:sp>
        <p:nvSpPr>
          <p:cNvPr id="8" name="Shape 39"/>
          <p:cNvSpPr/>
          <p:nvPr/>
        </p:nvSpPr>
        <p:spPr>
          <a:xfrm>
            <a:off x="751267" y="5858921"/>
            <a:ext cx="693609" cy="634207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4CB5F5"/>
          </a:solidFill>
        </p:spPr>
      </p:sp>
      <p:sp>
        <p:nvSpPr>
          <p:cNvPr id="14" name="Shape 38"/>
          <p:cNvSpPr/>
          <p:nvPr/>
        </p:nvSpPr>
        <p:spPr>
          <a:xfrm>
            <a:off x="394147" y="5743943"/>
            <a:ext cx="11403706" cy="893086"/>
          </a:xfrm>
          <a:custGeom>
            <a:avLst/>
            <a:gdLst/>
            <a:ahLst/>
            <a:cxnLst/>
            <a:rect l="l" t="t" r="r" b="b"/>
            <a:pathLst>
              <a:path w="15235767" h="960967">
                <a:moveTo>
                  <a:pt x="152400" y="0"/>
                </a:moveTo>
                <a:lnTo>
                  <a:pt x="15083367" y="0"/>
                </a:lnTo>
                <a:cubicBezTo>
                  <a:pt x="15167535" y="0"/>
                  <a:pt x="15235767" y="68232"/>
                  <a:pt x="15235767" y="152400"/>
                </a:cubicBezTo>
                <a:lnTo>
                  <a:pt x="15235767" y="808567"/>
                </a:lnTo>
                <a:cubicBezTo>
                  <a:pt x="15235767" y="892735"/>
                  <a:pt x="15167535" y="960967"/>
                  <a:pt x="15083367" y="960967"/>
                </a:cubicBezTo>
                <a:lnTo>
                  <a:pt x="152400" y="960967"/>
                </a:lnTo>
                <a:cubicBezTo>
                  <a:pt x="68288" y="960967"/>
                  <a:pt x="0" y="892679"/>
                  <a:pt x="0" y="808567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5A7D9A">
              <a:alpha val="20000"/>
            </a:srgbClr>
          </a:solidFill>
          <a:ln w="8467">
            <a:solidFill>
              <a:srgbClr val="4CB5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560631" y="5934426"/>
            <a:ext cx="8092820" cy="496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核心问题：缺乏客观、标准化的开源项目评估体系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098072" y="602771"/>
            <a:ext cx="5524500" cy="584775"/>
          </a:xfrm>
        </p:spPr>
        <p:txBody>
          <a:bodyPr>
            <a:spAutoFit/>
          </a:bodyPr>
          <a:lstStyle/>
          <a:p>
            <a:r>
              <a:rPr lang="zh-CN" altLang="en-US" dirty="0"/>
              <a:t>核心目标群体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2828925" y="1163961"/>
            <a:ext cx="761011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/>
          <p:cNvGrpSpPr/>
          <p:nvPr/>
        </p:nvGrpSpPr>
        <p:grpSpPr>
          <a:xfrm>
            <a:off x="1072561" y="2217040"/>
            <a:ext cx="1563278" cy="1563278"/>
            <a:chOff x="1557742" y="2235360"/>
            <a:chExt cx="1300798" cy="1300798"/>
          </a:xfrm>
        </p:grpSpPr>
        <p:sp>
          <p:nvSpPr>
            <p:cNvPr id="60" name="椭圆 59"/>
            <p:cNvSpPr/>
            <p:nvPr/>
          </p:nvSpPr>
          <p:spPr>
            <a:xfrm>
              <a:off x="1651069" y="2328687"/>
              <a:ext cx="1114144" cy="1114144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61" name="空心弧 60"/>
            <p:cNvSpPr/>
            <p:nvPr/>
          </p:nvSpPr>
          <p:spPr>
            <a:xfrm>
              <a:off x="1557742" y="2235360"/>
              <a:ext cx="1300798" cy="1300798"/>
            </a:xfrm>
            <a:prstGeom prst="blockArc">
              <a:avLst>
                <a:gd name="adj1" fmla="val 3721779"/>
                <a:gd name="adj2" fmla="val 3354853"/>
                <a:gd name="adj3" fmla="val 6557"/>
              </a:avLst>
            </a:prstGeom>
            <a:gradFill flip="none" rotWithShape="1">
              <a:gsLst>
                <a:gs pos="100000">
                  <a:schemeClr val="accent2">
                    <a:alpha val="0"/>
                  </a:schemeClr>
                </a:gs>
                <a:gs pos="0">
                  <a:schemeClr val="accent1">
                    <a:alpha val="12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2006847" y="2634142"/>
              <a:ext cx="402588" cy="503235"/>
              <a:chOff x="2006847" y="2634141"/>
              <a:chExt cx="402588" cy="503235"/>
            </a:xfrm>
          </p:grpSpPr>
          <p:sp>
            <p:nvSpPr>
              <p:cNvPr id="63" name="任意多边形: 形状 62"/>
              <p:cNvSpPr/>
              <p:nvPr/>
            </p:nvSpPr>
            <p:spPr>
              <a:xfrm>
                <a:off x="2006847" y="2634141"/>
                <a:ext cx="402588" cy="503235"/>
              </a:xfrm>
              <a:custGeom>
                <a:avLst/>
                <a:gdLst>
                  <a:gd name="connsiteX0" fmla="*/ 377426 w 402588"/>
                  <a:gd name="connsiteY0" fmla="*/ 0 h 503235"/>
                  <a:gd name="connsiteX1" fmla="*/ 25162 w 402588"/>
                  <a:gd name="connsiteY1" fmla="*/ 0 h 503235"/>
                  <a:gd name="connsiteX2" fmla="*/ 0 w 402588"/>
                  <a:gd name="connsiteY2" fmla="*/ 25162 h 503235"/>
                  <a:gd name="connsiteX3" fmla="*/ 0 w 402588"/>
                  <a:gd name="connsiteY3" fmla="*/ 478073 h 503235"/>
                  <a:gd name="connsiteX4" fmla="*/ 25162 w 402588"/>
                  <a:gd name="connsiteY4" fmla="*/ 503235 h 503235"/>
                  <a:gd name="connsiteX5" fmla="*/ 377426 w 402588"/>
                  <a:gd name="connsiteY5" fmla="*/ 503235 h 503235"/>
                  <a:gd name="connsiteX6" fmla="*/ 402588 w 402588"/>
                  <a:gd name="connsiteY6" fmla="*/ 478073 h 503235"/>
                  <a:gd name="connsiteX7" fmla="*/ 402588 w 402588"/>
                  <a:gd name="connsiteY7" fmla="*/ 25162 h 503235"/>
                  <a:gd name="connsiteX8" fmla="*/ 377426 w 402588"/>
                  <a:gd name="connsiteY8" fmla="*/ 0 h 503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2588" h="503235">
                    <a:moveTo>
                      <a:pt x="377426" y="0"/>
                    </a:moveTo>
                    <a:lnTo>
                      <a:pt x="25162" y="0"/>
                    </a:lnTo>
                    <a:cubicBezTo>
                      <a:pt x="11265" y="0"/>
                      <a:pt x="0" y="11265"/>
                      <a:pt x="0" y="25162"/>
                    </a:cubicBezTo>
                    <a:lnTo>
                      <a:pt x="0" y="478073"/>
                    </a:lnTo>
                    <a:cubicBezTo>
                      <a:pt x="0" y="491970"/>
                      <a:pt x="11265" y="503235"/>
                      <a:pt x="25162" y="503235"/>
                    </a:cubicBezTo>
                    <a:lnTo>
                      <a:pt x="377426" y="503235"/>
                    </a:lnTo>
                    <a:cubicBezTo>
                      <a:pt x="391323" y="503235"/>
                      <a:pt x="402588" y="491970"/>
                      <a:pt x="402588" y="478073"/>
                    </a:cubicBezTo>
                    <a:lnTo>
                      <a:pt x="402588" y="25162"/>
                    </a:lnTo>
                    <a:cubicBezTo>
                      <a:pt x="402588" y="11265"/>
                      <a:pt x="391323" y="0"/>
                      <a:pt x="377426" y="0"/>
                    </a:cubicBezTo>
                    <a:close/>
                  </a:path>
                </a:pathLst>
              </a:custGeom>
              <a:noFill/>
              <a:ln w="37505" cap="rnd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+mn-cs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2120074" y="2961244"/>
                <a:ext cx="176132" cy="12580"/>
              </a:xfrm>
              <a:custGeom>
                <a:avLst/>
                <a:gdLst>
                  <a:gd name="connsiteX0" fmla="*/ 0 w 176132"/>
                  <a:gd name="connsiteY0" fmla="*/ 0 h 12580"/>
                  <a:gd name="connsiteX1" fmla="*/ 176132 w 176132"/>
                  <a:gd name="connsiteY1" fmla="*/ 0 h 12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6132" h="12580">
                    <a:moveTo>
                      <a:pt x="0" y="0"/>
                    </a:moveTo>
                    <a:lnTo>
                      <a:pt x="176132" y="0"/>
                    </a:lnTo>
                  </a:path>
                </a:pathLst>
              </a:custGeom>
              <a:noFill/>
              <a:ln w="37505" cap="rnd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+mn-cs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2120074" y="3036729"/>
                <a:ext cx="88066" cy="12580"/>
              </a:xfrm>
              <a:custGeom>
                <a:avLst/>
                <a:gdLst>
                  <a:gd name="connsiteX0" fmla="*/ 0 w 88066"/>
                  <a:gd name="connsiteY0" fmla="*/ 0 h 12580"/>
                  <a:gd name="connsiteX1" fmla="*/ 88066 w 88066"/>
                  <a:gd name="connsiteY1" fmla="*/ 0 h 12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8066" h="12580">
                    <a:moveTo>
                      <a:pt x="0" y="0"/>
                    </a:moveTo>
                    <a:lnTo>
                      <a:pt x="88066" y="0"/>
                    </a:lnTo>
                  </a:path>
                </a:pathLst>
              </a:custGeom>
              <a:noFill/>
              <a:ln w="37505" cap="rnd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+mn-cs"/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>
                <a:off x="2132655" y="2747369"/>
                <a:ext cx="150970" cy="100647"/>
              </a:xfrm>
              <a:custGeom>
                <a:avLst/>
                <a:gdLst>
                  <a:gd name="connsiteX0" fmla="*/ 150971 w 150970"/>
                  <a:gd name="connsiteY0" fmla="*/ 0 h 100647"/>
                  <a:gd name="connsiteX1" fmla="*/ 50324 w 150970"/>
                  <a:gd name="connsiteY1" fmla="*/ 100647 h 100647"/>
                  <a:gd name="connsiteX2" fmla="*/ 0 w 150970"/>
                  <a:gd name="connsiteY2" fmla="*/ 50324 h 100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0970" h="100647">
                    <a:moveTo>
                      <a:pt x="150971" y="0"/>
                    </a:moveTo>
                    <a:lnTo>
                      <a:pt x="50324" y="100647"/>
                    </a:lnTo>
                    <a:lnTo>
                      <a:pt x="0" y="50324"/>
                    </a:lnTo>
                  </a:path>
                </a:pathLst>
              </a:custGeom>
              <a:noFill/>
              <a:ln w="37505" cap="rnd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+mn-cs"/>
                </a:endParaRPr>
              </a:p>
            </p:txBody>
          </p:sp>
        </p:grpSp>
      </p:grpSp>
      <p:sp>
        <p:nvSpPr>
          <p:cNvPr id="69" name="文本框 68"/>
          <p:cNvSpPr txBox="1"/>
          <p:nvPr/>
        </p:nvSpPr>
        <p:spPr>
          <a:xfrm>
            <a:off x="987170" y="3821432"/>
            <a:ext cx="1734060" cy="40011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gradFill>
                  <a:gsLst>
                    <a:gs pos="17000">
                      <a:srgbClr val="4771B7"/>
                    </a:gs>
                    <a:gs pos="100000">
                      <a:srgbClr val="935DFE"/>
                    </a:gs>
                  </a:gsLst>
                  <a:lin ang="18900000" scaled="1"/>
                </a:gra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gradFill>
                  <a:gsLst>
                    <a:gs pos="17000">
                      <a:schemeClr val="accent3"/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项目维护者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17000">
                    <a:schemeClr val="accent3"/>
                  </a:gs>
                  <a:gs pos="100000">
                    <a:schemeClr val="accent1"/>
                  </a:gs>
                </a:gsLst>
                <a:lin ang="189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阿里巴巴普惠体 B" panose="00020600040101010101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5415" y="4249953"/>
            <a:ext cx="2397570" cy="1503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帮助维护者们了解项目健康状况和改进方向，并且根据数据提供优化方向。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815037" y="3821432"/>
            <a:ext cx="1734060" cy="40011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gradFill>
                  <a:gsLst>
                    <a:gs pos="17000">
                      <a:srgbClr val="4771B7"/>
                    </a:gs>
                    <a:gs pos="100000">
                      <a:srgbClr val="935DFE"/>
                    </a:gs>
                  </a:gsLst>
                  <a:lin ang="18900000" scaled="1"/>
                </a:gra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7000">
                      <a:schemeClr val="accent3"/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</a:rPr>
              <a:t>个人开发者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17000">
                    <a:schemeClr val="accent3"/>
                  </a:gs>
                  <a:gs pos="100000">
                    <a:schemeClr val="accent1"/>
                  </a:gs>
                </a:gsLst>
                <a:lin ang="189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3900428" y="2217040"/>
            <a:ext cx="1563278" cy="1563278"/>
            <a:chOff x="3897354" y="2217040"/>
            <a:chExt cx="1563278" cy="1563278"/>
          </a:xfrm>
        </p:grpSpPr>
        <p:grpSp>
          <p:nvGrpSpPr>
            <p:cNvPr id="73" name="组合 72"/>
            <p:cNvGrpSpPr/>
            <p:nvPr/>
          </p:nvGrpSpPr>
          <p:grpSpPr>
            <a:xfrm>
              <a:off x="3897354" y="2217040"/>
              <a:ext cx="1563278" cy="1563278"/>
              <a:chOff x="1557742" y="2235360"/>
              <a:chExt cx="1300798" cy="1300798"/>
            </a:xfrm>
          </p:grpSpPr>
          <p:sp>
            <p:nvSpPr>
              <p:cNvPr id="76" name="椭圆 75"/>
              <p:cNvSpPr/>
              <p:nvPr/>
            </p:nvSpPr>
            <p:spPr>
              <a:xfrm>
                <a:off x="1651069" y="2328687"/>
                <a:ext cx="1114144" cy="1114144"/>
              </a:xfrm>
              <a:prstGeom prst="ellipse">
                <a:avLst/>
              </a:prstGeom>
              <a:noFill/>
              <a:ln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+mn-cs"/>
                </a:endParaRPr>
              </a:p>
            </p:txBody>
          </p:sp>
          <p:sp>
            <p:nvSpPr>
              <p:cNvPr id="77" name="空心弧 76"/>
              <p:cNvSpPr/>
              <p:nvPr/>
            </p:nvSpPr>
            <p:spPr>
              <a:xfrm>
                <a:off x="1557742" y="2235360"/>
                <a:ext cx="1300798" cy="1300798"/>
              </a:xfrm>
              <a:prstGeom prst="blockArc">
                <a:avLst>
                  <a:gd name="adj1" fmla="val 3721779"/>
                  <a:gd name="adj2" fmla="val 3354853"/>
                  <a:gd name="adj3" fmla="val 6557"/>
                </a:avLst>
              </a:prstGeom>
              <a:gradFill flip="none" rotWithShape="1">
                <a:gsLst>
                  <a:gs pos="100000">
                    <a:schemeClr val="accent2">
                      <a:alpha val="0"/>
                    </a:schemeClr>
                  </a:gs>
                  <a:gs pos="0">
                    <a:schemeClr val="accent1">
                      <a:alpha val="12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+mn-cs"/>
                </a:endParaRPr>
              </a:p>
            </p:txBody>
          </p:sp>
        </p:grpSp>
        <p:grpSp>
          <p:nvGrpSpPr>
            <p:cNvPr id="113" name="组合 112"/>
            <p:cNvGrpSpPr/>
            <p:nvPr/>
          </p:nvGrpSpPr>
          <p:grpSpPr>
            <a:xfrm>
              <a:off x="4381837" y="2768382"/>
              <a:ext cx="594312" cy="460594"/>
              <a:chOff x="5715323" y="2694668"/>
              <a:chExt cx="528468" cy="409563"/>
            </a:xfrm>
          </p:grpSpPr>
          <p:sp>
            <p:nvSpPr>
              <p:cNvPr id="114" name="任意多边形: 形状 113"/>
              <p:cNvSpPr/>
              <p:nvPr/>
            </p:nvSpPr>
            <p:spPr>
              <a:xfrm>
                <a:off x="5715323" y="2694668"/>
                <a:ext cx="528468" cy="396351"/>
              </a:xfrm>
              <a:custGeom>
                <a:avLst/>
                <a:gdLst>
                  <a:gd name="connsiteX0" fmla="*/ 528468 w 528468"/>
                  <a:gd name="connsiteY0" fmla="*/ 198176 h 396351"/>
                  <a:gd name="connsiteX1" fmla="*/ 528468 w 528468"/>
                  <a:gd name="connsiteY1" fmla="*/ 0 h 396351"/>
                  <a:gd name="connsiteX2" fmla="*/ 264234 w 528468"/>
                  <a:gd name="connsiteY2" fmla="*/ 0 h 396351"/>
                  <a:gd name="connsiteX3" fmla="*/ 0 w 528468"/>
                  <a:gd name="connsiteY3" fmla="*/ 0 h 396351"/>
                  <a:gd name="connsiteX4" fmla="*/ 0 w 528468"/>
                  <a:gd name="connsiteY4" fmla="*/ 198176 h 396351"/>
                  <a:gd name="connsiteX5" fmla="*/ 0 w 528468"/>
                  <a:gd name="connsiteY5" fmla="*/ 396351 h 396351"/>
                  <a:gd name="connsiteX6" fmla="*/ 264234 w 528468"/>
                  <a:gd name="connsiteY6" fmla="*/ 396351 h 396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8468" h="396351">
                    <a:moveTo>
                      <a:pt x="528468" y="198176"/>
                    </a:moveTo>
                    <a:lnTo>
                      <a:pt x="528468" y="0"/>
                    </a:lnTo>
                    <a:lnTo>
                      <a:pt x="264234" y="0"/>
                    </a:lnTo>
                    <a:lnTo>
                      <a:pt x="0" y="0"/>
                    </a:lnTo>
                    <a:lnTo>
                      <a:pt x="0" y="198176"/>
                    </a:lnTo>
                    <a:lnTo>
                      <a:pt x="0" y="396351"/>
                    </a:lnTo>
                    <a:lnTo>
                      <a:pt x="264234" y="396351"/>
                    </a:lnTo>
                  </a:path>
                </a:pathLst>
              </a:custGeom>
              <a:noFill/>
              <a:ln w="37505" cap="rnd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+mn-cs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6058828" y="2932479"/>
                <a:ext cx="132117" cy="171752"/>
              </a:xfrm>
              <a:custGeom>
                <a:avLst/>
                <a:gdLst>
                  <a:gd name="connsiteX0" fmla="*/ 0 w 132117"/>
                  <a:gd name="connsiteY0" fmla="*/ 39635 h 171752"/>
                  <a:gd name="connsiteX1" fmla="*/ 66059 w 132117"/>
                  <a:gd name="connsiteY1" fmla="*/ 0 h 171752"/>
                  <a:gd name="connsiteX2" fmla="*/ 132117 w 132117"/>
                  <a:gd name="connsiteY2" fmla="*/ 39635 h 171752"/>
                  <a:gd name="connsiteX3" fmla="*/ 66059 w 132117"/>
                  <a:gd name="connsiteY3" fmla="*/ 171752 h 171752"/>
                  <a:gd name="connsiteX4" fmla="*/ 0 w 132117"/>
                  <a:gd name="connsiteY4" fmla="*/ 39635 h 171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117" h="171752">
                    <a:moveTo>
                      <a:pt x="0" y="39635"/>
                    </a:moveTo>
                    <a:cubicBezTo>
                      <a:pt x="0" y="26423"/>
                      <a:pt x="66059" y="0"/>
                      <a:pt x="66059" y="0"/>
                    </a:cubicBezTo>
                    <a:cubicBezTo>
                      <a:pt x="66059" y="0"/>
                      <a:pt x="132117" y="26423"/>
                      <a:pt x="132117" y="39635"/>
                    </a:cubicBezTo>
                    <a:cubicBezTo>
                      <a:pt x="132117" y="145329"/>
                      <a:pt x="66059" y="171752"/>
                      <a:pt x="66059" y="171752"/>
                    </a:cubicBezTo>
                    <a:cubicBezTo>
                      <a:pt x="66059" y="171752"/>
                      <a:pt x="0" y="145329"/>
                      <a:pt x="0" y="39635"/>
                    </a:cubicBezTo>
                    <a:close/>
                  </a:path>
                </a:pathLst>
              </a:custGeom>
              <a:noFill/>
              <a:ln w="37505" cap="rnd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+mn-cs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5715323" y="2694668"/>
                <a:ext cx="528468" cy="198175"/>
              </a:xfrm>
              <a:custGeom>
                <a:avLst/>
                <a:gdLst>
                  <a:gd name="connsiteX0" fmla="*/ 0 w 528468"/>
                  <a:gd name="connsiteY0" fmla="*/ 0 h 198175"/>
                  <a:gd name="connsiteX1" fmla="*/ 264234 w 528468"/>
                  <a:gd name="connsiteY1" fmla="*/ 198176 h 198175"/>
                  <a:gd name="connsiteX2" fmla="*/ 528468 w 528468"/>
                  <a:gd name="connsiteY2" fmla="*/ 0 h 198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8468" h="198175">
                    <a:moveTo>
                      <a:pt x="0" y="0"/>
                    </a:moveTo>
                    <a:lnTo>
                      <a:pt x="264234" y="198176"/>
                    </a:lnTo>
                    <a:lnTo>
                      <a:pt x="528468" y="0"/>
                    </a:lnTo>
                  </a:path>
                </a:pathLst>
              </a:custGeom>
              <a:noFill/>
              <a:ln w="37505" cap="rnd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+mn-cs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3483282" y="4249953"/>
            <a:ext cx="2397570" cy="1503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帮助个人开发者识别更有潜力的项目，以便于他们选择更有前途的技术栈进行学习。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6728295" y="2217040"/>
            <a:ext cx="1563278" cy="1563278"/>
            <a:chOff x="1557742" y="2235360"/>
            <a:chExt cx="1300798" cy="1300798"/>
          </a:xfrm>
        </p:grpSpPr>
        <p:sp>
          <p:nvSpPr>
            <p:cNvPr id="87" name="椭圆 86"/>
            <p:cNvSpPr/>
            <p:nvPr/>
          </p:nvSpPr>
          <p:spPr>
            <a:xfrm>
              <a:off x="1651069" y="2328687"/>
              <a:ext cx="1114144" cy="1114144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88" name="空心弧 87"/>
            <p:cNvSpPr/>
            <p:nvPr/>
          </p:nvSpPr>
          <p:spPr>
            <a:xfrm>
              <a:off x="1557742" y="2235360"/>
              <a:ext cx="1300798" cy="1300798"/>
            </a:xfrm>
            <a:prstGeom prst="blockArc">
              <a:avLst>
                <a:gd name="adj1" fmla="val 3721779"/>
                <a:gd name="adj2" fmla="val 3354853"/>
                <a:gd name="adj3" fmla="val 6557"/>
              </a:avLst>
            </a:prstGeom>
            <a:gradFill flip="none" rotWithShape="1">
              <a:gsLst>
                <a:gs pos="100000">
                  <a:schemeClr val="accent2">
                    <a:alpha val="0"/>
                  </a:schemeClr>
                </a:gs>
                <a:gs pos="0">
                  <a:schemeClr val="accent1">
                    <a:alpha val="12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</p:grpSp>
      <p:sp>
        <p:nvSpPr>
          <p:cNvPr id="85" name="文本框 84"/>
          <p:cNvSpPr txBox="1"/>
          <p:nvPr/>
        </p:nvSpPr>
        <p:spPr>
          <a:xfrm>
            <a:off x="6642904" y="3821432"/>
            <a:ext cx="1734060" cy="40011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gradFill>
                  <a:gsLst>
                    <a:gs pos="17000">
                      <a:srgbClr val="4771B7"/>
                    </a:gs>
                    <a:gs pos="100000">
                      <a:srgbClr val="935DFE"/>
                    </a:gs>
                  </a:gsLst>
                  <a:lin ang="18900000" scaled="1"/>
                </a:gra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7000">
                      <a:schemeClr val="accent3"/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</a:rPr>
              <a:t>企业决策者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17000">
                    <a:schemeClr val="accent3"/>
                  </a:gs>
                  <a:gs pos="100000">
                    <a:schemeClr val="accent1"/>
                  </a:gs>
                </a:gsLst>
                <a:lin ang="189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7252961" y="2697215"/>
            <a:ext cx="513947" cy="604645"/>
            <a:chOff x="7271146" y="2697215"/>
            <a:chExt cx="513947" cy="604645"/>
          </a:xfrm>
        </p:grpSpPr>
        <p:sp>
          <p:nvSpPr>
            <p:cNvPr id="126" name="任意多边形: 形状 125"/>
            <p:cNvSpPr/>
            <p:nvPr/>
          </p:nvSpPr>
          <p:spPr>
            <a:xfrm>
              <a:off x="7271146" y="2697215"/>
              <a:ext cx="483716" cy="604645"/>
            </a:xfrm>
            <a:custGeom>
              <a:avLst/>
              <a:gdLst>
                <a:gd name="connsiteX0" fmla="*/ 483716 w 483716"/>
                <a:gd name="connsiteY0" fmla="*/ 287206 h 604645"/>
                <a:gd name="connsiteX1" fmla="*/ 483716 w 483716"/>
                <a:gd name="connsiteY1" fmla="*/ 151161 h 604645"/>
                <a:gd name="connsiteX2" fmla="*/ 347671 w 483716"/>
                <a:gd name="connsiteY2" fmla="*/ 0 h 604645"/>
                <a:gd name="connsiteX3" fmla="*/ 30232 w 483716"/>
                <a:gd name="connsiteY3" fmla="*/ 0 h 604645"/>
                <a:gd name="connsiteX4" fmla="*/ 0 w 483716"/>
                <a:gd name="connsiteY4" fmla="*/ 30232 h 604645"/>
                <a:gd name="connsiteX5" fmla="*/ 0 w 483716"/>
                <a:gd name="connsiteY5" fmla="*/ 574413 h 604645"/>
                <a:gd name="connsiteX6" fmla="*/ 30232 w 483716"/>
                <a:gd name="connsiteY6" fmla="*/ 604645 h 604645"/>
                <a:gd name="connsiteX7" fmla="*/ 211626 w 483716"/>
                <a:gd name="connsiteY7" fmla="*/ 604645 h 604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3716" h="604645">
                  <a:moveTo>
                    <a:pt x="483716" y="287206"/>
                  </a:moveTo>
                  <a:lnTo>
                    <a:pt x="483716" y="151161"/>
                  </a:lnTo>
                  <a:lnTo>
                    <a:pt x="347671" y="0"/>
                  </a:lnTo>
                  <a:lnTo>
                    <a:pt x="30232" y="0"/>
                  </a:lnTo>
                  <a:cubicBezTo>
                    <a:pt x="13535" y="0"/>
                    <a:pt x="0" y="13535"/>
                    <a:pt x="0" y="30232"/>
                  </a:cubicBezTo>
                  <a:lnTo>
                    <a:pt x="0" y="574413"/>
                  </a:lnTo>
                  <a:cubicBezTo>
                    <a:pt x="0" y="591110"/>
                    <a:pt x="13535" y="604645"/>
                    <a:pt x="30232" y="604645"/>
                  </a:cubicBezTo>
                  <a:lnTo>
                    <a:pt x="211626" y="604645"/>
                  </a:lnTo>
                </a:path>
              </a:pathLst>
            </a:custGeom>
            <a:noFill/>
            <a:ln w="37505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7573468" y="3090234"/>
              <a:ext cx="211625" cy="211625"/>
            </a:xfrm>
            <a:custGeom>
              <a:avLst/>
              <a:gdLst>
                <a:gd name="connsiteX0" fmla="*/ 60465 w 211625"/>
                <a:gd name="connsiteY0" fmla="*/ 211626 h 211625"/>
                <a:gd name="connsiteX1" fmla="*/ 211626 w 211625"/>
                <a:gd name="connsiteY1" fmla="*/ 60465 h 211625"/>
                <a:gd name="connsiteX2" fmla="*/ 151161 w 211625"/>
                <a:gd name="connsiteY2" fmla="*/ 0 h 211625"/>
                <a:gd name="connsiteX3" fmla="*/ 0 w 211625"/>
                <a:gd name="connsiteY3" fmla="*/ 151161 h 211625"/>
                <a:gd name="connsiteX4" fmla="*/ 0 w 211625"/>
                <a:gd name="connsiteY4" fmla="*/ 211626 h 211625"/>
                <a:gd name="connsiteX5" fmla="*/ 60465 w 211625"/>
                <a:gd name="connsiteY5" fmla="*/ 211626 h 211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1625" h="211625">
                  <a:moveTo>
                    <a:pt x="60465" y="211626"/>
                  </a:moveTo>
                  <a:lnTo>
                    <a:pt x="211626" y="60465"/>
                  </a:lnTo>
                  <a:lnTo>
                    <a:pt x="151161" y="0"/>
                  </a:lnTo>
                  <a:lnTo>
                    <a:pt x="0" y="151161"/>
                  </a:lnTo>
                  <a:lnTo>
                    <a:pt x="0" y="211626"/>
                  </a:lnTo>
                  <a:lnTo>
                    <a:pt x="60465" y="211626"/>
                  </a:lnTo>
                  <a:close/>
                </a:path>
              </a:pathLst>
            </a:custGeom>
            <a:noFill/>
            <a:ln w="37505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7603700" y="2697215"/>
              <a:ext cx="151161" cy="151161"/>
            </a:xfrm>
            <a:custGeom>
              <a:avLst/>
              <a:gdLst>
                <a:gd name="connsiteX0" fmla="*/ 0 w 151161"/>
                <a:gd name="connsiteY0" fmla="*/ 0 h 151161"/>
                <a:gd name="connsiteX1" fmla="*/ 0 w 151161"/>
                <a:gd name="connsiteY1" fmla="*/ 151161 h 151161"/>
                <a:gd name="connsiteX2" fmla="*/ 151161 w 151161"/>
                <a:gd name="connsiteY2" fmla="*/ 151161 h 15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1161" h="151161">
                  <a:moveTo>
                    <a:pt x="0" y="0"/>
                  </a:moveTo>
                  <a:lnTo>
                    <a:pt x="0" y="151161"/>
                  </a:lnTo>
                  <a:lnTo>
                    <a:pt x="151161" y="151161"/>
                  </a:lnTo>
                </a:path>
              </a:pathLst>
            </a:custGeom>
            <a:noFill/>
            <a:ln w="37505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6311149" y="4249953"/>
            <a:ext cx="2397570" cy="1142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帮助他们选择更具有潜力的项目技术，降低选择风险。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9556161" y="2217040"/>
            <a:ext cx="1563278" cy="1563278"/>
            <a:chOff x="1557742" y="2235360"/>
            <a:chExt cx="1300798" cy="1300798"/>
          </a:xfrm>
        </p:grpSpPr>
        <p:sp>
          <p:nvSpPr>
            <p:cNvPr id="98" name="椭圆 97"/>
            <p:cNvSpPr/>
            <p:nvPr/>
          </p:nvSpPr>
          <p:spPr>
            <a:xfrm>
              <a:off x="1651069" y="2328687"/>
              <a:ext cx="1114144" cy="1114144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99" name="空心弧 98"/>
            <p:cNvSpPr/>
            <p:nvPr/>
          </p:nvSpPr>
          <p:spPr>
            <a:xfrm>
              <a:off x="1557742" y="2235360"/>
              <a:ext cx="1300798" cy="1300798"/>
            </a:xfrm>
            <a:prstGeom prst="blockArc">
              <a:avLst>
                <a:gd name="adj1" fmla="val 3721779"/>
                <a:gd name="adj2" fmla="val 3354853"/>
                <a:gd name="adj3" fmla="val 6557"/>
              </a:avLst>
            </a:prstGeom>
            <a:gradFill flip="none" rotWithShape="1">
              <a:gsLst>
                <a:gs pos="100000">
                  <a:schemeClr val="accent2">
                    <a:alpha val="0"/>
                  </a:schemeClr>
                </a:gs>
                <a:gs pos="0">
                  <a:schemeClr val="accent1">
                    <a:alpha val="12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</p:grpSp>
      <p:sp>
        <p:nvSpPr>
          <p:cNvPr id="96" name="文本框 95"/>
          <p:cNvSpPr txBox="1"/>
          <p:nvPr/>
        </p:nvSpPr>
        <p:spPr>
          <a:xfrm>
            <a:off x="9470770" y="3821432"/>
            <a:ext cx="1893916" cy="40011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gradFill>
                  <a:gsLst>
                    <a:gs pos="17000">
                      <a:srgbClr val="4771B7"/>
                    </a:gs>
                    <a:gs pos="100000">
                      <a:srgbClr val="935DFE"/>
                    </a:gs>
                  </a:gsLst>
                  <a:lin ang="18900000" scaled="1"/>
                </a:gra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gradFill>
                  <a:gsLst>
                    <a:gs pos="17000">
                      <a:schemeClr val="accent3"/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风险投资机构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17000">
                    <a:schemeClr val="accent3"/>
                  </a:gs>
                  <a:gs pos="100000">
                    <a:schemeClr val="accent1"/>
                  </a:gs>
                </a:gsLst>
                <a:lin ang="189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139" name="组合 138"/>
          <p:cNvGrpSpPr/>
          <p:nvPr/>
        </p:nvGrpSpPr>
        <p:grpSpPr>
          <a:xfrm>
            <a:off x="10094128" y="2779374"/>
            <a:ext cx="487345" cy="438610"/>
            <a:chOff x="10103345" y="2772404"/>
            <a:chExt cx="487345" cy="438610"/>
          </a:xfrm>
        </p:grpSpPr>
        <p:sp>
          <p:nvSpPr>
            <p:cNvPr id="140" name="任意多边形: 形状 139"/>
            <p:cNvSpPr/>
            <p:nvPr/>
          </p:nvSpPr>
          <p:spPr>
            <a:xfrm>
              <a:off x="10103345" y="2845506"/>
              <a:ext cx="487345" cy="365508"/>
            </a:xfrm>
            <a:custGeom>
              <a:avLst/>
              <a:gdLst>
                <a:gd name="connsiteX0" fmla="*/ 0 w 487345"/>
                <a:gd name="connsiteY0" fmla="*/ 24367 h 365508"/>
                <a:gd name="connsiteX1" fmla="*/ 24367 w 487345"/>
                <a:gd name="connsiteY1" fmla="*/ 0 h 365508"/>
                <a:gd name="connsiteX2" fmla="*/ 462978 w 487345"/>
                <a:gd name="connsiteY2" fmla="*/ 0 h 365508"/>
                <a:gd name="connsiteX3" fmla="*/ 487345 w 487345"/>
                <a:gd name="connsiteY3" fmla="*/ 24367 h 365508"/>
                <a:gd name="connsiteX4" fmla="*/ 487345 w 487345"/>
                <a:gd name="connsiteY4" fmla="*/ 341142 h 365508"/>
                <a:gd name="connsiteX5" fmla="*/ 462978 w 487345"/>
                <a:gd name="connsiteY5" fmla="*/ 365509 h 365508"/>
                <a:gd name="connsiteX6" fmla="*/ 24367 w 487345"/>
                <a:gd name="connsiteY6" fmla="*/ 365509 h 365508"/>
                <a:gd name="connsiteX7" fmla="*/ 0 w 487345"/>
                <a:gd name="connsiteY7" fmla="*/ 341142 h 365508"/>
                <a:gd name="connsiteX8" fmla="*/ 0 w 487345"/>
                <a:gd name="connsiteY8" fmla="*/ 24367 h 365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7345" h="365508">
                  <a:moveTo>
                    <a:pt x="0" y="24367"/>
                  </a:moveTo>
                  <a:cubicBezTo>
                    <a:pt x="0" y="10909"/>
                    <a:pt x="10910" y="0"/>
                    <a:pt x="24367" y="0"/>
                  </a:cubicBezTo>
                  <a:lnTo>
                    <a:pt x="462978" y="0"/>
                  </a:lnTo>
                  <a:cubicBezTo>
                    <a:pt x="476436" y="0"/>
                    <a:pt x="487345" y="10909"/>
                    <a:pt x="487345" y="24367"/>
                  </a:cubicBezTo>
                  <a:lnTo>
                    <a:pt x="487345" y="341142"/>
                  </a:lnTo>
                  <a:cubicBezTo>
                    <a:pt x="487345" y="354600"/>
                    <a:pt x="476436" y="365509"/>
                    <a:pt x="462978" y="365509"/>
                  </a:cubicBezTo>
                  <a:lnTo>
                    <a:pt x="24367" y="365509"/>
                  </a:lnTo>
                  <a:cubicBezTo>
                    <a:pt x="10910" y="365509"/>
                    <a:pt x="0" y="354600"/>
                    <a:pt x="0" y="341142"/>
                  </a:cubicBezTo>
                  <a:lnTo>
                    <a:pt x="0" y="24367"/>
                  </a:lnTo>
                  <a:close/>
                </a:path>
              </a:pathLst>
            </a:custGeom>
            <a:noFill/>
            <a:ln w="37505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10286099" y="2930791"/>
              <a:ext cx="121836" cy="60918"/>
            </a:xfrm>
            <a:custGeom>
              <a:avLst/>
              <a:gdLst>
                <a:gd name="connsiteX0" fmla="*/ 0 w 121836"/>
                <a:gd name="connsiteY0" fmla="*/ 0 h 60918"/>
                <a:gd name="connsiteX1" fmla="*/ 60918 w 121836"/>
                <a:gd name="connsiteY1" fmla="*/ 60918 h 60918"/>
                <a:gd name="connsiteX2" fmla="*/ 121836 w 121836"/>
                <a:gd name="connsiteY2" fmla="*/ 0 h 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836" h="60918">
                  <a:moveTo>
                    <a:pt x="0" y="0"/>
                  </a:moveTo>
                  <a:lnTo>
                    <a:pt x="60918" y="60918"/>
                  </a:lnTo>
                  <a:lnTo>
                    <a:pt x="121836" y="0"/>
                  </a:lnTo>
                </a:path>
              </a:pathLst>
            </a:custGeom>
            <a:noFill/>
            <a:ln w="37505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142" name="任意多边形: 形状 141"/>
            <p:cNvSpPr/>
            <p:nvPr/>
          </p:nvSpPr>
          <p:spPr>
            <a:xfrm>
              <a:off x="10273916" y="3003893"/>
              <a:ext cx="146203" cy="12183"/>
            </a:xfrm>
            <a:custGeom>
              <a:avLst/>
              <a:gdLst>
                <a:gd name="connsiteX0" fmla="*/ 0 w 146203"/>
                <a:gd name="connsiteY0" fmla="*/ 0 h 12183"/>
                <a:gd name="connsiteX1" fmla="*/ 146204 w 146203"/>
                <a:gd name="connsiteY1" fmla="*/ 0 h 1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6203" h="12183">
                  <a:moveTo>
                    <a:pt x="0" y="0"/>
                  </a:moveTo>
                  <a:lnTo>
                    <a:pt x="146204" y="0"/>
                  </a:lnTo>
                </a:path>
              </a:pathLst>
            </a:custGeom>
            <a:noFill/>
            <a:ln w="37505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143" name="任意多边形: 形状 142"/>
            <p:cNvSpPr/>
            <p:nvPr/>
          </p:nvSpPr>
          <p:spPr>
            <a:xfrm>
              <a:off x="10273916" y="3076995"/>
              <a:ext cx="146203" cy="12183"/>
            </a:xfrm>
            <a:custGeom>
              <a:avLst/>
              <a:gdLst>
                <a:gd name="connsiteX0" fmla="*/ 0 w 146203"/>
                <a:gd name="connsiteY0" fmla="*/ 0 h 12183"/>
                <a:gd name="connsiteX1" fmla="*/ 146204 w 146203"/>
                <a:gd name="connsiteY1" fmla="*/ 0 h 1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6203" h="12183">
                  <a:moveTo>
                    <a:pt x="0" y="0"/>
                  </a:moveTo>
                  <a:lnTo>
                    <a:pt x="146204" y="0"/>
                  </a:lnTo>
                </a:path>
              </a:pathLst>
            </a:custGeom>
            <a:noFill/>
            <a:ln w="37505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144" name="任意多边形: 形状 143"/>
            <p:cNvSpPr/>
            <p:nvPr/>
          </p:nvSpPr>
          <p:spPr>
            <a:xfrm>
              <a:off x="10347018" y="3003893"/>
              <a:ext cx="12183" cy="121836"/>
            </a:xfrm>
            <a:custGeom>
              <a:avLst/>
              <a:gdLst>
                <a:gd name="connsiteX0" fmla="*/ 0 w 12183"/>
                <a:gd name="connsiteY0" fmla="*/ 0 h 121836"/>
                <a:gd name="connsiteX1" fmla="*/ 0 w 12183"/>
                <a:gd name="connsiteY1" fmla="*/ 121836 h 121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83" h="121836">
                  <a:moveTo>
                    <a:pt x="0" y="0"/>
                  </a:moveTo>
                  <a:lnTo>
                    <a:pt x="0" y="121836"/>
                  </a:lnTo>
                </a:path>
              </a:pathLst>
            </a:custGeom>
            <a:noFill/>
            <a:ln w="37505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145" name="任意多边形: 形状 144"/>
            <p:cNvSpPr/>
            <p:nvPr/>
          </p:nvSpPr>
          <p:spPr>
            <a:xfrm>
              <a:off x="10152080" y="2772404"/>
              <a:ext cx="389876" cy="12183"/>
            </a:xfrm>
            <a:custGeom>
              <a:avLst/>
              <a:gdLst>
                <a:gd name="connsiteX0" fmla="*/ 0 w 389876"/>
                <a:gd name="connsiteY0" fmla="*/ 0 h 12183"/>
                <a:gd name="connsiteX1" fmla="*/ 389876 w 389876"/>
                <a:gd name="connsiteY1" fmla="*/ 0 h 1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9876" h="12183">
                  <a:moveTo>
                    <a:pt x="0" y="0"/>
                  </a:moveTo>
                  <a:lnTo>
                    <a:pt x="389876" y="0"/>
                  </a:lnTo>
                </a:path>
              </a:pathLst>
            </a:custGeom>
            <a:noFill/>
            <a:ln w="37505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9139015" y="4249953"/>
            <a:ext cx="2397570" cy="1503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帮助识别高增长潜力的开源项目，同时提供了一个科学的投资评估工具。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098072" y="602771"/>
            <a:ext cx="5524500" cy="583565"/>
          </a:xfrm>
        </p:spPr>
        <p:txBody>
          <a:bodyPr>
            <a:spAutoFit/>
          </a:bodyPr>
          <a:lstStyle/>
          <a:p>
            <a:r>
              <a:rPr lang="zh-CN" altLang="en-US"/>
              <a:t>初步分析相关性</a:t>
            </a:r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2047875" y="1163961"/>
            <a:ext cx="761011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" y="3530600"/>
            <a:ext cx="10858500" cy="28956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50595" y="1391920"/>
            <a:ext cx="94691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</a:t>
            </a:r>
            <a:r>
              <a:rPr lang="en-US" altLang="zh-CN"/>
              <a:t>github API</a:t>
            </a:r>
            <a:r>
              <a:rPr lang="zh-CN" altLang="en-US"/>
              <a:t>以</a:t>
            </a:r>
            <a:r>
              <a:rPr lang="en-US" altLang="zh-CN"/>
              <a:t>stars</a:t>
            </a:r>
            <a:r>
              <a:rPr lang="zh-CN" altLang="en-US"/>
              <a:t>数为划分标准获得不同分段的仓库地址，获得了部分与活跃度相关的</a:t>
            </a:r>
            <a:r>
              <a:rPr lang="en-US" altLang="zh-CN"/>
              <a:t>opendigger</a:t>
            </a:r>
            <a:r>
              <a:rPr lang="zh-CN" altLang="en-US"/>
              <a:t>指标。将这些指标与</a:t>
            </a:r>
            <a:r>
              <a:rPr lang="en-US" altLang="zh-CN"/>
              <a:t>openrank</a:t>
            </a:r>
            <a:r>
              <a:rPr lang="zh-CN" altLang="en-US"/>
              <a:t>值做相关性分析，结果如下图。初步证明</a:t>
            </a:r>
            <a:r>
              <a:rPr lang="zh-CN" altLang="en-US">
                <a:sym typeface="+mn-ea"/>
              </a:rPr>
              <a:t>部分</a:t>
            </a:r>
            <a:r>
              <a:rPr lang="en-US" altLang="zh-CN">
                <a:sym typeface="+mn-ea"/>
              </a:rPr>
              <a:t>opendigger</a:t>
            </a:r>
            <a:r>
              <a:rPr lang="zh-CN" altLang="en-US">
                <a:sym typeface="+mn-ea"/>
              </a:rPr>
              <a:t>指标与项目影响力指标相关。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95" y="2519680"/>
            <a:ext cx="578485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032247" y="1999734"/>
            <a:ext cx="2127506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3800" b="0" i="0" u="none" strike="noStrike" cap="none" spc="0" normalizeH="0" baseline="0">
                <a:ln>
                  <a:noFill/>
                </a:ln>
                <a:gradFill>
                  <a:gsLst>
                    <a:gs pos="92000">
                      <a:schemeClr val="accent3"/>
                    </a:gs>
                    <a:gs pos="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02</a:t>
            </a:r>
            <a:endParaRPr kumimoji="0" lang="zh-CN" altLang="en-US" sz="13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580371" y="4093029"/>
            <a:ext cx="1031258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329315" y="4303914"/>
            <a:ext cx="3533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srgbClr val="000000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项目计划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098072" y="602771"/>
            <a:ext cx="5524500" cy="583565"/>
          </a:xfrm>
        </p:spPr>
        <p:txBody>
          <a:bodyPr>
            <a:spAutoFit/>
          </a:bodyPr>
          <a:lstStyle/>
          <a:p>
            <a:r>
              <a:rPr lang="zh-CN" altLang="en-US"/>
              <a:t>开发工具</a:t>
            </a:r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28495" y="1163961"/>
            <a:ext cx="761011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613535" y="1819910"/>
            <a:ext cx="237934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OpenDigger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工具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1" name="任意多边形 10"/>
          <p:cNvSpPr/>
          <p:nvPr>
            <p:custDataLst>
              <p:tags r:id="rId2"/>
            </p:custDataLst>
          </p:nvPr>
        </p:nvSpPr>
        <p:spPr>
          <a:xfrm>
            <a:off x="1113817" y="1892347"/>
            <a:ext cx="440064" cy="374056"/>
          </a:xfrm>
          <a:custGeom>
            <a:avLst/>
            <a:gdLst>
              <a:gd name="connsiteX0" fmla="*/ 182564 w 243416"/>
              <a:gd name="connsiteY0" fmla="*/ 206904 h 206904"/>
              <a:gd name="connsiteX1" fmla="*/ 243417 w 243416"/>
              <a:gd name="connsiteY1" fmla="*/ 103452 h 206904"/>
              <a:gd name="connsiteX2" fmla="*/ 182564 w 243416"/>
              <a:gd name="connsiteY2" fmla="*/ 0 h 206904"/>
              <a:gd name="connsiteX3" fmla="*/ 60855 w 243416"/>
              <a:gd name="connsiteY3" fmla="*/ 0 h 206904"/>
              <a:gd name="connsiteX4" fmla="*/ 0 w 243416"/>
              <a:gd name="connsiteY4" fmla="*/ 103452 h 206904"/>
              <a:gd name="connsiteX5" fmla="*/ 60855 w 243416"/>
              <a:gd name="connsiteY5" fmla="*/ 206904 h 206904"/>
              <a:gd name="connsiteX6" fmla="*/ 182564 w 243416"/>
              <a:gd name="connsiteY6" fmla="*/ 206904 h 20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416" h="206904">
                <a:moveTo>
                  <a:pt x="182564" y="206904"/>
                </a:moveTo>
                <a:lnTo>
                  <a:pt x="243417" y="103452"/>
                </a:lnTo>
                <a:lnTo>
                  <a:pt x="182564" y="0"/>
                </a:lnTo>
                <a:lnTo>
                  <a:pt x="60855" y="0"/>
                </a:lnTo>
                <a:lnTo>
                  <a:pt x="0" y="103452"/>
                </a:lnTo>
                <a:lnTo>
                  <a:pt x="60855" y="206904"/>
                </a:lnTo>
                <a:lnTo>
                  <a:pt x="182564" y="206904"/>
                </a:ln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>
            <a:off x="1278841" y="2024367"/>
            <a:ext cx="110016" cy="110016"/>
          </a:xfrm>
          <a:custGeom>
            <a:avLst/>
            <a:gdLst>
              <a:gd name="connsiteX0" fmla="*/ 30427 w 60854"/>
              <a:gd name="connsiteY0" fmla="*/ 60854 h 60854"/>
              <a:gd name="connsiteX1" fmla="*/ 60854 w 60854"/>
              <a:gd name="connsiteY1" fmla="*/ 30427 h 60854"/>
              <a:gd name="connsiteX2" fmla="*/ 30427 w 60854"/>
              <a:gd name="connsiteY2" fmla="*/ 0 h 60854"/>
              <a:gd name="connsiteX3" fmla="*/ 0 w 60854"/>
              <a:gd name="connsiteY3" fmla="*/ 30427 h 60854"/>
              <a:gd name="connsiteX4" fmla="*/ 30427 w 60854"/>
              <a:gd name="connsiteY4" fmla="*/ 60854 h 6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54" h="60854">
                <a:moveTo>
                  <a:pt x="30427" y="60854"/>
                </a:moveTo>
                <a:cubicBezTo>
                  <a:pt x="47231" y="60854"/>
                  <a:pt x="60854" y="47231"/>
                  <a:pt x="60854" y="30427"/>
                </a:cubicBezTo>
                <a:cubicBezTo>
                  <a:pt x="60854" y="13623"/>
                  <a:pt x="47231" y="0"/>
                  <a:pt x="30427" y="0"/>
                </a:cubicBezTo>
                <a:cubicBezTo>
                  <a:pt x="13623" y="0"/>
                  <a:pt x="0" y="13623"/>
                  <a:pt x="0" y="30427"/>
                </a:cubicBezTo>
                <a:cubicBezTo>
                  <a:pt x="0" y="47231"/>
                  <a:pt x="13623" y="60854"/>
                  <a:pt x="30427" y="60854"/>
                </a:cubicBez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1673225" y="2710180"/>
            <a:ext cx="257810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LLM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大模型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api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1673225" y="3600450"/>
            <a:ext cx="277558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DataEase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可视化模版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5" name="圆角矩形 14"/>
          <p:cNvSpPr/>
          <p:nvPr/>
        </p:nvSpPr>
        <p:spPr>
          <a:xfrm flipH="1">
            <a:off x="1245659" y="1260927"/>
            <a:ext cx="4050518" cy="16076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7" name="任意多边形 16"/>
          <p:cNvSpPr/>
          <p:nvPr>
            <p:custDataLst>
              <p:tags r:id="rId6"/>
            </p:custDataLst>
          </p:nvPr>
        </p:nvSpPr>
        <p:spPr>
          <a:xfrm>
            <a:off x="1565057" y="2829701"/>
            <a:ext cx="9800" cy="156816"/>
          </a:xfrm>
          <a:custGeom>
            <a:avLst/>
            <a:gdLst>
              <a:gd name="connsiteX0" fmla="*/ 0 w 4762"/>
              <a:gd name="connsiteY0" fmla="*/ 0 h 76200"/>
              <a:gd name="connsiteX1" fmla="*/ 0 w 4762"/>
              <a:gd name="connsiteY1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8" name="任意多边形 17"/>
          <p:cNvSpPr/>
          <p:nvPr>
            <p:custDataLst>
              <p:tags r:id="rId7"/>
            </p:custDataLst>
          </p:nvPr>
        </p:nvSpPr>
        <p:spPr>
          <a:xfrm>
            <a:off x="1212221" y="2986517"/>
            <a:ext cx="9800" cy="156816"/>
          </a:xfrm>
          <a:custGeom>
            <a:avLst/>
            <a:gdLst>
              <a:gd name="connsiteX0" fmla="*/ 0 w 4762"/>
              <a:gd name="connsiteY0" fmla="*/ 0 h 76200"/>
              <a:gd name="connsiteX1" fmla="*/ 0 w 4762"/>
              <a:gd name="connsiteY1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9" name="任意多边形 18"/>
          <p:cNvSpPr/>
          <p:nvPr>
            <p:custDataLst>
              <p:tags r:id="rId8"/>
            </p:custDataLst>
          </p:nvPr>
        </p:nvSpPr>
        <p:spPr>
          <a:xfrm>
            <a:off x="1212221" y="2810099"/>
            <a:ext cx="352836" cy="352836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0 h 171450"/>
              <a:gd name="connsiteX2" fmla="*/ 24042 w 171450"/>
              <a:gd name="connsiteY2" fmla="*/ 26194 h 171450"/>
              <a:gd name="connsiteX3" fmla="*/ 0 w 171450"/>
              <a:gd name="connsiteY3" fmla="*/ 85725 h 171450"/>
              <a:gd name="connsiteX4" fmla="*/ 85725 w 171450"/>
              <a:gd name="connsiteY4" fmla="*/ 171450 h 171450"/>
              <a:gd name="connsiteX5" fmla="*/ 145256 w 171450"/>
              <a:gd name="connsiteY5" fmla="*/ 147408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38381"/>
                  <a:pt x="133070" y="0"/>
                  <a:pt x="85725" y="0"/>
                </a:cubicBezTo>
                <a:cubicBezTo>
                  <a:pt x="61505" y="0"/>
                  <a:pt x="39632" y="10044"/>
                  <a:pt x="24042" y="26194"/>
                </a:cubicBezTo>
                <a:moveTo>
                  <a:pt x="0" y="85725"/>
                </a:moveTo>
                <a:cubicBezTo>
                  <a:pt x="0" y="133070"/>
                  <a:pt x="38381" y="171450"/>
                  <a:pt x="85725" y="171450"/>
                </a:cubicBezTo>
                <a:cubicBezTo>
                  <a:pt x="108850" y="171450"/>
                  <a:pt x="129836" y="162294"/>
                  <a:pt x="145256" y="147408"/>
                </a:cubicBez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0" name="任意多边形 19"/>
          <p:cNvSpPr/>
          <p:nvPr>
            <p:custDataLst>
              <p:tags r:id="rId9"/>
            </p:custDataLst>
          </p:nvPr>
        </p:nvSpPr>
        <p:spPr>
          <a:xfrm>
            <a:off x="1206551" y="3694424"/>
            <a:ext cx="328377" cy="328378"/>
          </a:xfrm>
          <a:custGeom>
            <a:avLst/>
            <a:gdLst>
              <a:gd name="connsiteX0" fmla="*/ 80963 w 161925"/>
              <a:gd name="connsiteY0" fmla="*/ 161925 h 161925"/>
              <a:gd name="connsiteX1" fmla="*/ 161925 w 161925"/>
              <a:gd name="connsiteY1" fmla="*/ 80963 h 161925"/>
              <a:gd name="connsiteX2" fmla="*/ 80963 w 161925"/>
              <a:gd name="connsiteY2" fmla="*/ 0 h 161925"/>
              <a:gd name="connsiteX3" fmla="*/ 0 w 161925"/>
              <a:gd name="connsiteY3" fmla="*/ 80963 h 161925"/>
              <a:gd name="connsiteX4" fmla="*/ 80963 w 161925"/>
              <a:gd name="connsiteY4" fmla="*/ 161925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925" h="161925">
                <a:moveTo>
                  <a:pt x="80963" y="161925"/>
                </a:moveTo>
                <a:cubicBezTo>
                  <a:pt x="125677" y="161925"/>
                  <a:pt x="161925" y="125677"/>
                  <a:pt x="161925" y="80963"/>
                </a:cubicBezTo>
                <a:cubicBezTo>
                  <a:pt x="161925" y="36248"/>
                  <a:pt x="125677" y="0"/>
                  <a:pt x="80963" y="0"/>
                </a:cubicBezTo>
                <a:cubicBezTo>
                  <a:pt x="36248" y="0"/>
                  <a:pt x="0" y="36248"/>
                  <a:pt x="0" y="80963"/>
                </a:cubicBezTo>
                <a:cubicBezTo>
                  <a:pt x="0" y="125677"/>
                  <a:pt x="36248" y="161925"/>
                  <a:pt x="80963" y="161925"/>
                </a:cubicBez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1" name="任意多边形 20"/>
          <p:cNvSpPr/>
          <p:nvPr>
            <p:custDataLst>
              <p:tags r:id="rId10"/>
            </p:custDataLst>
          </p:nvPr>
        </p:nvSpPr>
        <p:spPr>
          <a:xfrm>
            <a:off x="1370738" y="3800663"/>
            <a:ext cx="9657" cy="115898"/>
          </a:xfrm>
          <a:custGeom>
            <a:avLst/>
            <a:gdLst>
              <a:gd name="connsiteX0" fmla="*/ 0 w 4762"/>
              <a:gd name="connsiteY0" fmla="*/ 0 h 57150"/>
              <a:gd name="connsiteX1" fmla="*/ 0 w 4762"/>
              <a:gd name="connsiteY1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2" name="任意多边形 21"/>
          <p:cNvSpPr/>
          <p:nvPr>
            <p:custDataLst>
              <p:tags r:id="rId11"/>
            </p:custDataLst>
          </p:nvPr>
        </p:nvSpPr>
        <p:spPr>
          <a:xfrm>
            <a:off x="1312940" y="3858612"/>
            <a:ext cx="115745" cy="150"/>
          </a:xfrm>
          <a:custGeom>
            <a:avLst/>
            <a:gdLst>
              <a:gd name="connsiteX0" fmla="*/ 0 w 57075"/>
              <a:gd name="connsiteY0" fmla="*/ 74 h 74"/>
              <a:gd name="connsiteX1" fmla="*/ 57076 w 57075"/>
              <a:gd name="connsiteY1" fmla="*/ 0 h 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5" h="74">
                <a:moveTo>
                  <a:pt x="0" y="74"/>
                </a:moveTo>
                <a:lnTo>
                  <a:pt x="57076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3" name="任意多边形 22"/>
          <p:cNvSpPr/>
          <p:nvPr>
            <p:custDataLst>
              <p:tags r:id="rId12"/>
            </p:custDataLst>
          </p:nvPr>
        </p:nvSpPr>
        <p:spPr>
          <a:xfrm>
            <a:off x="1488775" y="3976652"/>
            <a:ext cx="81952" cy="81952"/>
          </a:xfrm>
          <a:custGeom>
            <a:avLst/>
            <a:gdLst>
              <a:gd name="connsiteX0" fmla="*/ 0 w 40411"/>
              <a:gd name="connsiteY0" fmla="*/ 0 h 40411"/>
              <a:gd name="connsiteX1" fmla="*/ 40411 w 40411"/>
              <a:gd name="connsiteY1" fmla="*/ 40411 h 40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411" h="40411">
                <a:moveTo>
                  <a:pt x="0" y="0"/>
                </a:moveTo>
                <a:lnTo>
                  <a:pt x="40411" y="40411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>
            <p:custDataLst>
              <p:tags r:id="rId13"/>
            </p:custDataLst>
          </p:nvPr>
        </p:nvSpPr>
        <p:spPr>
          <a:xfrm>
            <a:off x="1673225" y="4469765"/>
            <a:ext cx="237934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网页爬虫工具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5" name="任意多边形 4"/>
          <p:cNvSpPr/>
          <p:nvPr>
            <p:custDataLst>
              <p:tags r:id="rId14"/>
            </p:custDataLst>
          </p:nvPr>
        </p:nvSpPr>
        <p:spPr>
          <a:xfrm>
            <a:off x="1173507" y="4542202"/>
            <a:ext cx="440064" cy="374056"/>
          </a:xfrm>
          <a:custGeom>
            <a:avLst/>
            <a:gdLst>
              <a:gd name="connsiteX0" fmla="*/ 182564 w 243416"/>
              <a:gd name="connsiteY0" fmla="*/ 206904 h 206904"/>
              <a:gd name="connsiteX1" fmla="*/ 243417 w 243416"/>
              <a:gd name="connsiteY1" fmla="*/ 103452 h 206904"/>
              <a:gd name="connsiteX2" fmla="*/ 182564 w 243416"/>
              <a:gd name="connsiteY2" fmla="*/ 0 h 206904"/>
              <a:gd name="connsiteX3" fmla="*/ 60855 w 243416"/>
              <a:gd name="connsiteY3" fmla="*/ 0 h 206904"/>
              <a:gd name="connsiteX4" fmla="*/ 0 w 243416"/>
              <a:gd name="connsiteY4" fmla="*/ 103452 h 206904"/>
              <a:gd name="connsiteX5" fmla="*/ 60855 w 243416"/>
              <a:gd name="connsiteY5" fmla="*/ 206904 h 206904"/>
              <a:gd name="connsiteX6" fmla="*/ 182564 w 243416"/>
              <a:gd name="connsiteY6" fmla="*/ 206904 h 20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416" h="206904">
                <a:moveTo>
                  <a:pt x="182564" y="206904"/>
                </a:moveTo>
                <a:lnTo>
                  <a:pt x="243417" y="103452"/>
                </a:lnTo>
                <a:lnTo>
                  <a:pt x="182564" y="0"/>
                </a:lnTo>
                <a:lnTo>
                  <a:pt x="60855" y="0"/>
                </a:lnTo>
                <a:lnTo>
                  <a:pt x="0" y="103452"/>
                </a:lnTo>
                <a:lnTo>
                  <a:pt x="60855" y="206904"/>
                </a:lnTo>
                <a:lnTo>
                  <a:pt x="182564" y="206904"/>
                </a:ln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6" name="任意多边形 5"/>
          <p:cNvSpPr/>
          <p:nvPr>
            <p:custDataLst>
              <p:tags r:id="rId15"/>
            </p:custDataLst>
          </p:nvPr>
        </p:nvSpPr>
        <p:spPr>
          <a:xfrm>
            <a:off x="1338531" y="4674222"/>
            <a:ext cx="110016" cy="110016"/>
          </a:xfrm>
          <a:custGeom>
            <a:avLst/>
            <a:gdLst>
              <a:gd name="connsiteX0" fmla="*/ 30427 w 60854"/>
              <a:gd name="connsiteY0" fmla="*/ 60854 h 60854"/>
              <a:gd name="connsiteX1" fmla="*/ 60854 w 60854"/>
              <a:gd name="connsiteY1" fmla="*/ 30427 h 60854"/>
              <a:gd name="connsiteX2" fmla="*/ 30427 w 60854"/>
              <a:gd name="connsiteY2" fmla="*/ 0 h 60854"/>
              <a:gd name="connsiteX3" fmla="*/ 0 w 60854"/>
              <a:gd name="connsiteY3" fmla="*/ 30427 h 60854"/>
              <a:gd name="connsiteX4" fmla="*/ 30427 w 60854"/>
              <a:gd name="connsiteY4" fmla="*/ 60854 h 6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54" h="60854">
                <a:moveTo>
                  <a:pt x="30427" y="60854"/>
                </a:moveTo>
                <a:cubicBezTo>
                  <a:pt x="47231" y="60854"/>
                  <a:pt x="60854" y="47231"/>
                  <a:pt x="60854" y="30427"/>
                </a:cubicBezTo>
                <a:cubicBezTo>
                  <a:pt x="60854" y="13623"/>
                  <a:pt x="47231" y="0"/>
                  <a:pt x="30427" y="0"/>
                </a:cubicBezTo>
                <a:cubicBezTo>
                  <a:pt x="13623" y="0"/>
                  <a:pt x="0" y="13623"/>
                  <a:pt x="0" y="30427"/>
                </a:cubicBezTo>
                <a:cubicBezTo>
                  <a:pt x="0" y="47231"/>
                  <a:pt x="13623" y="60854"/>
                  <a:pt x="30427" y="60854"/>
                </a:cubicBez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6" name="文本占位符 7"/>
          <p:cNvSpPr>
            <a:spLocks noGrp="1"/>
          </p:cNvSpPr>
          <p:nvPr/>
        </p:nvSpPr>
        <p:spPr>
          <a:xfrm>
            <a:off x="6121557" y="602771"/>
            <a:ext cx="5524500" cy="5835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3200" kern="1200" smtClean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3200" kern="1200" smtClean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2pPr>
            <a:lvl3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3200" kern="1200" smtClean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3200" kern="1200" smtClean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4pPr>
            <a:lvl5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3200" kern="120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数据集和数据来源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7071360" y="1163961"/>
            <a:ext cx="761011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圆角矩形 24"/>
          <p:cNvSpPr/>
          <p:nvPr/>
        </p:nvSpPr>
        <p:spPr>
          <a:xfrm flipH="1">
            <a:off x="6269144" y="1260927"/>
            <a:ext cx="4050518" cy="16076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6" name="文本框 25"/>
          <p:cNvSpPr txBox="1"/>
          <p:nvPr>
            <p:custDataLst>
              <p:tags r:id="rId16"/>
            </p:custDataLst>
          </p:nvPr>
        </p:nvSpPr>
        <p:spPr>
          <a:xfrm>
            <a:off x="6569075" y="1819910"/>
            <a:ext cx="407352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 Top 300 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仓库的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 OpenDigger 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的指标数据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7" name="任意多边形 26"/>
          <p:cNvSpPr/>
          <p:nvPr>
            <p:custDataLst>
              <p:tags r:id="rId17"/>
            </p:custDataLst>
          </p:nvPr>
        </p:nvSpPr>
        <p:spPr>
          <a:xfrm>
            <a:off x="6069357" y="2011727"/>
            <a:ext cx="440064" cy="374056"/>
          </a:xfrm>
          <a:custGeom>
            <a:avLst/>
            <a:gdLst>
              <a:gd name="connsiteX0" fmla="*/ 182564 w 243416"/>
              <a:gd name="connsiteY0" fmla="*/ 206904 h 206904"/>
              <a:gd name="connsiteX1" fmla="*/ 243417 w 243416"/>
              <a:gd name="connsiteY1" fmla="*/ 103452 h 206904"/>
              <a:gd name="connsiteX2" fmla="*/ 182564 w 243416"/>
              <a:gd name="connsiteY2" fmla="*/ 0 h 206904"/>
              <a:gd name="connsiteX3" fmla="*/ 60855 w 243416"/>
              <a:gd name="connsiteY3" fmla="*/ 0 h 206904"/>
              <a:gd name="connsiteX4" fmla="*/ 0 w 243416"/>
              <a:gd name="connsiteY4" fmla="*/ 103452 h 206904"/>
              <a:gd name="connsiteX5" fmla="*/ 60855 w 243416"/>
              <a:gd name="connsiteY5" fmla="*/ 206904 h 206904"/>
              <a:gd name="connsiteX6" fmla="*/ 182564 w 243416"/>
              <a:gd name="connsiteY6" fmla="*/ 206904 h 20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416" h="206904">
                <a:moveTo>
                  <a:pt x="182564" y="206904"/>
                </a:moveTo>
                <a:lnTo>
                  <a:pt x="243417" y="103452"/>
                </a:lnTo>
                <a:lnTo>
                  <a:pt x="182564" y="0"/>
                </a:lnTo>
                <a:lnTo>
                  <a:pt x="60855" y="0"/>
                </a:lnTo>
                <a:lnTo>
                  <a:pt x="0" y="103452"/>
                </a:lnTo>
                <a:lnTo>
                  <a:pt x="60855" y="206904"/>
                </a:lnTo>
                <a:lnTo>
                  <a:pt x="182564" y="206904"/>
                </a:ln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8" name="任意多边形 27"/>
          <p:cNvSpPr/>
          <p:nvPr>
            <p:custDataLst>
              <p:tags r:id="rId18"/>
            </p:custDataLst>
          </p:nvPr>
        </p:nvSpPr>
        <p:spPr>
          <a:xfrm>
            <a:off x="6234381" y="2143747"/>
            <a:ext cx="110016" cy="110016"/>
          </a:xfrm>
          <a:custGeom>
            <a:avLst/>
            <a:gdLst>
              <a:gd name="connsiteX0" fmla="*/ 30427 w 60854"/>
              <a:gd name="connsiteY0" fmla="*/ 60854 h 60854"/>
              <a:gd name="connsiteX1" fmla="*/ 60854 w 60854"/>
              <a:gd name="connsiteY1" fmla="*/ 30427 h 60854"/>
              <a:gd name="connsiteX2" fmla="*/ 30427 w 60854"/>
              <a:gd name="connsiteY2" fmla="*/ 0 h 60854"/>
              <a:gd name="connsiteX3" fmla="*/ 0 w 60854"/>
              <a:gd name="connsiteY3" fmla="*/ 30427 h 60854"/>
              <a:gd name="connsiteX4" fmla="*/ 30427 w 60854"/>
              <a:gd name="connsiteY4" fmla="*/ 60854 h 6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54" h="60854">
                <a:moveTo>
                  <a:pt x="30427" y="60854"/>
                </a:moveTo>
                <a:cubicBezTo>
                  <a:pt x="47231" y="60854"/>
                  <a:pt x="60854" y="47231"/>
                  <a:pt x="60854" y="30427"/>
                </a:cubicBezTo>
                <a:cubicBezTo>
                  <a:pt x="60854" y="13623"/>
                  <a:pt x="47231" y="0"/>
                  <a:pt x="30427" y="0"/>
                </a:cubicBezTo>
                <a:cubicBezTo>
                  <a:pt x="13623" y="0"/>
                  <a:pt x="0" y="13623"/>
                  <a:pt x="0" y="30427"/>
                </a:cubicBezTo>
                <a:cubicBezTo>
                  <a:pt x="0" y="47231"/>
                  <a:pt x="13623" y="60854"/>
                  <a:pt x="30427" y="60854"/>
                </a:cubicBez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9" name="文本框 28"/>
          <p:cNvSpPr txBox="1"/>
          <p:nvPr>
            <p:custDataLst>
              <p:tags r:id="rId19"/>
            </p:custDataLst>
          </p:nvPr>
        </p:nvSpPr>
        <p:spPr>
          <a:xfrm>
            <a:off x="6684645" y="3109595"/>
            <a:ext cx="3875405" cy="1019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GitHub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上筛选后的开源仓库的</a:t>
            </a:r>
            <a:r>
              <a:rPr lang="en-US" altLang="zh-CN" sz="2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+mn-ea"/>
              </a:rPr>
              <a:t>OpenDigger</a:t>
            </a:r>
            <a:r>
              <a:rPr lang="zh-CN" altLang="en-US" sz="2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+mn-ea"/>
              </a:rPr>
              <a:t>指标数据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30" name="任意多边形 29"/>
          <p:cNvSpPr/>
          <p:nvPr>
            <p:custDataLst>
              <p:tags r:id="rId20"/>
            </p:custDataLst>
          </p:nvPr>
        </p:nvSpPr>
        <p:spPr>
          <a:xfrm>
            <a:off x="6474242" y="3467241"/>
            <a:ext cx="9800" cy="156816"/>
          </a:xfrm>
          <a:custGeom>
            <a:avLst/>
            <a:gdLst>
              <a:gd name="connsiteX0" fmla="*/ 0 w 4762"/>
              <a:gd name="connsiteY0" fmla="*/ 0 h 76200"/>
              <a:gd name="connsiteX1" fmla="*/ 0 w 4762"/>
              <a:gd name="connsiteY1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31" name="任意多边形 30"/>
          <p:cNvSpPr/>
          <p:nvPr>
            <p:custDataLst>
              <p:tags r:id="rId21"/>
            </p:custDataLst>
          </p:nvPr>
        </p:nvSpPr>
        <p:spPr>
          <a:xfrm>
            <a:off x="6121406" y="3624057"/>
            <a:ext cx="9800" cy="156816"/>
          </a:xfrm>
          <a:custGeom>
            <a:avLst/>
            <a:gdLst>
              <a:gd name="connsiteX0" fmla="*/ 0 w 4762"/>
              <a:gd name="connsiteY0" fmla="*/ 0 h 76200"/>
              <a:gd name="connsiteX1" fmla="*/ 0 w 4762"/>
              <a:gd name="connsiteY1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32" name="任意多边形 31"/>
          <p:cNvSpPr/>
          <p:nvPr>
            <p:custDataLst>
              <p:tags r:id="rId22"/>
            </p:custDataLst>
          </p:nvPr>
        </p:nvSpPr>
        <p:spPr>
          <a:xfrm>
            <a:off x="6121406" y="3447639"/>
            <a:ext cx="352836" cy="352836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0 h 171450"/>
              <a:gd name="connsiteX2" fmla="*/ 24042 w 171450"/>
              <a:gd name="connsiteY2" fmla="*/ 26194 h 171450"/>
              <a:gd name="connsiteX3" fmla="*/ 0 w 171450"/>
              <a:gd name="connsiteY3" fmla="*/ 85725 h 171450"/>
              <a:gd name="connsiteX4" fmla="*/ 85725 w 171450"/>
              <a:gd name="connsiteY4" fmla="*/ 171450 h 171450"/>
              <a:gd name="connsiteX5" fmla="*/ 145256 w 171450"/>
              <a:gd name="connsiteY5" fmla="*/ 147408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38381"/>
                  <a:pt x="133070" y="0"/>
                  <a:pt x="85725" y="0"/>
                </a:cubicBezTo>
                <a:cubicBezTo>
                  <a:pt x="61505" y="0"/>
                  <a:pt x="39632" y="10044"/>
                  <a:pt x="24042" y="26194"/>
                </a:cubicBezTo>
                <a:moveTo>
                  <a:pt x="0" y="85725"/>
                </a:moveTo>
                <a:cubicBezTo>
                  <a:pt x="0" y="133070"/>
                  <a:pt x="38381" y="171450"/>
                  <a:pt x="85725" y="171450"/>
                </a:cubicBezTo>
                <a:cubicBezTo>
                  <a:pt x="108850" y="171450"/>
                  <a:pt x="129836" y="162294"/>
                  <a:pt x="145256" y="147408"/>
                </a:cubicBez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097915" y="602615"/>
            <a:ext cx="6445250" cy="583565"/>
          </a:xfrm>
        </p:spPr>
        <p:txBody>
          <a:bodyPr wrap="square">
            <a:spAutoFit/>
          </a:bodyPr>
          <a:lstStyle/>
          <a:p>
            <a:r>
              <a:rPr lang="zh-CN" altLang="en-US"/>
              <a:t>基于分层分析法的指标初步设计</a:t>
            </a:r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2047875" y="1163961"/>
            <a:ext cx="761011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1BCC2C28-871D-48CB-8BE0-2867F7803ADB-2" descr="项目潜力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554480"/>
            <a:ext cx="10890885" cy="27882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65" y="5125720"/>
            <a:ext cx="4213860" cy="8788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7360" y="4603750"/>
            <a:ext cx="5990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我们注意到，</a:t>
            </a:r>
            <a:r>
              <a:rPr lang="en-US" altLang="zh-CN" sz="1400"/>
              <a:t>opendigger</a:t>
            </a:r>
            <a:r>
              <a:rPr lang="zh-CN" altLang="en-US" sz="1400"/>
              <a:t>活跃度仅包括以下四维数据，我们尝试引入更多的维度来描述活跃度</a:t>
            </a:r>
            <a:endParaRPr lang="zh-CN" altLang="en-US" sz="140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3300730" y="3409950"/>
            <a:ext cx="0" cy="11747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098072" y="602771"/>
            <a:ext cx="5524500" cy="583565"/>
          </a:xfrm>
        </p:spPr>
        <p:txBody>
          <a:bodyPr>
            <a:spAutoFit/>
          </a:bodyPr>
          <a:lstStyle/>
          <a:p>
            <a:r>
              <a:rPr lang="zh-CN" altLang="en-US"/>
              <a:t>技术路线</a:t>
            </a:r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2047875" y="1163961"/>
            <a:ext cx="761011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587375" y="1669144"/>
            <a:ext cx="5348968" cy="4382884"/>
          </a:xfrm>
          <a:prstGeom prst="roundRect">
            <a:avLst>
              <a:gd name="adj" fmla="val 5101"/>
            </a:avLst>
          </a:prstGeom>
          <a:noFill/>
          <a:ln w="6350">
            <a:solidFill>
              <a:schemeClr val="accent1">
                <a:alpha val="2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5" name="圆角矩形 4"/>
          <p:cNvSpPr/>
          <p:nvPr>
            <p:custDataLst>
              <p:tags r:id="rId2"/>
            </p:custDataLst>
          </p:nvPr>
        </p:nvSpPr>
        <p:spPr>
          <a:xfrm>
            <a:off x="6246132" y="1669144"/>
            <a:ext cx="5348968" cy="4382884"/>
          </a:xfrm>
          <a:prstGeom prst="roundRect">
            <a:avLst>
              <a:gd name="adj" fmla="val 5101"/>
            </a:avLst>
          </a:prstGeom>
          <a:noFill/>
          <a:ln w="6350">
            <a:solidFill>
              <a:schemeClr val="accent1">
                <a:alpha val="2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5247944" y="3012529"/>
            <a:ext cx="1696112" cy="1696115"/>
          </a:xfrm>
          <a:prstGeom prst="ellipse">
            <a:avLst/>
          </a:prstGeom>
          <a:gradFill flip="none" rotWithShape="1">
            <a:gsLst>
              <a:gs pos="30000">
                <a:schemeClr val="accent1"/>
              </a:gs>
              <a:gs pos="10000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7" name="空心弧 6"/>
          <p:cNvSpPr/>
          <p:nvPr>
            <p:custDataLst>
              <p:tags r:id="rId4"/>
            </p:custDataLst>
          </p:nvPr>
        </p:nvSpPr>
        <p:spPr>
          <a:xfrm>
            <a:off x="5034706" y="2799290"/>
            <a:ext cx="2122589" cy="2122592"/>
          </a:xfrm>
          <a:prstGeom prst="blockArc">
            <a:avLst>
              <a:gd name="adj1" fmla="val 13759388"/>
              <a:gd name="adj2" fmla="val 4707929"/>
              <a:gd name="adj3" fmla="val 18946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0" name="空心弧 9"/>
          <p:cNvSpPr/>
          <p:nvPr>
            <p:custDataLst>
              <p:tags r:id="rId5"/>
            </p:custDataLst>
          </p:nvPr>
        </p:nvSpPr>
        <p:spPr>
          <a:xfrm rot="9472655">
            <a:off x="5034706" y="2799290"/>
            <a:ext cx="2122589" cy="2122592"/>
          </a:xfrm>
          <a:prstGeom prst="blockArc">
            <a:avLst>
              <a:gd name="adj1" fmla="val 13759388"/>
              <a:gd name="adj2" fmla="val 4707929"/>
              <a:gd name="adj3" fmla="val 18946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1308995" y="2216141"/>
            <a:ext cx="4094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一、数据准备与特征工程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7"/>
            </p:custDataLst>
          </p:nvPr>
        </p:nvCxnSpPr>
        <p:spPr>
          <a:xfrm>
            <a:off x="908793" y="2923629"/>
            <a:ext cx="3587007" cy="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865084" y="3062088"/>
            <a:ext cx="3687313" cy="120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利用数据集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数据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,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完成数据清洗、去重、归一化；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+mn-ea"/>
              </a:rPr>
              <a:t>提取特征向量，确定核心指标体系；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7570814" y="1938646"/>
            <a:ext cx="302768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二、潜力评估模型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构建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10"/>
            </p:custDataLst>
          </p:nvPr>
        </p:nvCxnSpPr>
        <p:spPr>
          <a:xfrm>
            <a:off x="7488747" y="2923629"/>
            <a:ext cx="3587007" cy="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7445038" y="3062088"/>
            <a:ext cx="3687313" cy="152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利用熵权法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/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秩和比方法，确定各指标占比；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以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Top300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项目为标杆，对目标仓库进行相似度分析，确定各指标具体数值；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32" name="任意多边形 31"/>
          <p:cNvSpPr/>
          <p:nvPr>
            <p:custDataLst>
              <p:tags r:id="rId12"/>
            </p:custDataLst>
          </p:nvPr>
        </p:nvSpPr>
        <p:spPr>
          <a:xfrm>
            <a:off x="864918" y="2260594"/>
            <a:ext cx="299657" cy="374571"/>
          </a:xfrm>
          <a:custGeom>
            <a:avLst/>
            <a:gdLst>
              <a:gd name="connsiteX0" fmla="*/ 0 w 299657"/>
              <a:gd name="connsiteY0" fmla="*/ 18729 h 374571"/>
              <a:gd name="connsiteX1" fmla="*/ 18729 w 299657"/>
              <a:gd name="connsiteY1" fmla="*/ 0 h 374571"/>
              <a:gd name="connsiteX2" fmla="*/ 206014 w 299657"/>
              <a:gd name="connsiteY2" fmla="*/ 0 h 374571"/>
              <a:gd name="connsiteX3" fmla="*/ 299657 w 299657"/>
              <a:gd name="connsiteY3" fmla="*/ 93643 h 374571"/>
              <a:gd name="connsiteX4" fmla="*/ 299657 w 299657"/>
              <a:gd name="connsiteY4" fmla="*/ 355843 h 374571"/>
              <a:gd name="connsiteX5" fmla="*/ 280929 w 299657"/>
              <a:gd name="connsiteY5" fmla="*/ 374572 h 374571"/>
              <a:gd name="connsiteX6" fmla="*/ 18729 w 299657"/>
              <a:gd name="connsiteY6" fmla="*/ 374572 h 374571"/>
              <a:gd name="connsiteX7" fmla="*/ 0 w 299657"/>
              <a:gd name="connsiteY7" fmla="*/ 355843 h 374571"/>
              <a:gd name="connsiteX8" fmla="*/ 0 w 299657"/>
              <a:gd name="connsiteY8" fmla="*/ 18729 h 37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9657" h="374571">
                <a:moveTo>
                  <a:pt x="0" y="18729"/>
                </a:moveTo>
                <a:cubicBezTo>
                  <a:pt x="0" y="8385"/>
                  <a:pt x="8385" y="0"/>
                  <a:pt x="18729" y="0"/>
                </a:cubicBezTo>
                <a:lnTo>
                  <a:pt x="206014" y="0"/>
                </a:lnTo>
                <a:lnTo>
                  <a:pt x="299657" y="93643"/>
                </a:lnTo>
                <a:lnTo>
                  <a:pt x="299657" y="355843"/>
                </a:lnTo>
                <a:cubicBezTo>
                  <a:pt x="299657" y="366187"/>
                  <a:pt x="291273" y="374572"/>
                  <a:pt x="280929" y="374572"/>
                </a:cubicBezTo>
                <a:lnTo>
                  <a:pt x="18729" y="374572"/>
                </a:lnTo>
                <a:cubicBezTo>
                  <a:pt x="8385" y="374572"/>
                  <a:pt x="0" y="366187"/>
                  <a:pt x="0" y="355843"/>
                </a:cubicBezTo>
                <a:lnTo>
                  <a:pt x="0" y="18729"/>
                </a:ln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33" name="任意多边形 32"/>
          <p:cNvSpPr/>
          <p:nvPr>
            <p:custDataLst>
              <p:tags r:id="rId13"/>
            </p:custDataLst>
          </p:nvPr>
        </p:nvSpPr>
        <p:spPr>
          <a:xfrm>
            <a:off x="939832" y="2410422"/>
            <a:ext cx="149828" cy="9364"/>
          </a:xfrm>
          <a:custGeom>
            <a:avLst/>
            <a:gdLst>
              <a:gd name="connsiteX0" fmla="*/ 0 w 149828"/>
              <a:gd name="connsiteY0" fmla="*/ 0 h 9364"/>
              <a:gd name="connsiteX1" fmla="*/ 149829 w 149828"/>
              <a:gd name="connsiteY1" fmla="*/ 0 h 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828" h="9364">
                <a:moveTo>
                  <a:pt x="0" y="0"/>
                </a:moveTo>
                <a:lnTo>
                  <a:pt x="149829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34" name="任意多边形 33"/>
          <p:cNvSpPr/>
          <p:nvPr>
            <p:custDataLst>
              <p:tags r:id="rId14"/>
            </p:custDataLst>
          </p:nvPr>
        </p:nvSpPr>
        <p:spPr>
          <a:xfrm>
            <a:off x="939832" y="2485337"/>
            <a:ext cx="149828" cy="9364"/>
          </a:xfrm>
          <a:custGeom>
            <a:avLst/>
            <a:gdLst>
              <a:gd name="connsiteX0" fmla="*/ 0 w 149828"/>
              <a:gd name="connsiteY0" fmla="*/ 0 h 9364"/>
              <a:gd name="connsiteX1" fmla="*/ 149829 w 149828"/>
              <a:gd name="connsiteY1" fmla="*/ 0 h 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828" h="9364">
                <a:moveTo>
                  <a:pt x="0" y="0"/>
                </a:moveTo>
                <a:lnTo>
                  <a:pt x="149829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42" name="任意多边形 41"/>
          <p:cNvSpPr/>
          <p:nvPr>
            <p:custDataLst>
              <p:tags r:id="rId15"/>
            </p:custDataLst>
          </p:nvPr>
        </p:nvSpPr>
        <p:spPr>
          <a:xfrm>
            <a:off x="7028228" y="2260594"/>
            <a:ext cx="299657" cy="374571"/>
          </a:xfrm>
          <a:custGeom>
            <a:avLst/>
            <a:gdLst>
              <a:gd name="connsiteX0" fmla="*/ 0 w 299657"/>
              <a:gd name="connsiteY0" fmla="*/ 18729 h 374571"/>
              <a:gd name="connsiteX1" fmla="*/ 18729 w 299657"/>
              <a:gd name="connsiteY1" fmla="*/ 0 h 374571"/>
              <a:gd name="connsiteX2" fmla="*/ 206014 w 299657"/>
              <a:gd name="connsiteY2" fmla="*/ 0 h 374571"/>
              <a:gd name="connsiteX3" fmla="*/ 299657 w 299657"/>
              <a:gd name="connsiteY3" fmla="*/ 93643 h 374571"/>
              <a:gd name="connsiteX4" fmla="*/ 299657 w 299657"/>
              <a:gd name="connsiteY4" fmla="*/ 355843 h 374571"/>
              <a:gd name="connsiteX5" fmla="*/ 280929 w 299657"/>
              <a:gd name="connsiteY5" fmla="*/ 374572 h 374571"/>
              <a:gd name="connsiteX6" fmla="*/ 18729 w 299657"/>
              <a:gd name="connsiteY6" fmla="*/ 374572 h 374571"/>
              <a:gd name="connsiteX7" fmla="*/ 0 w 299657"/>
              <a:gd name="connsiteY7" fmla="*/ 355843 h 374571"/>
              <a:gd name="connsiteX8" fmla="*/ 0 w 299657"/>
              <a:gd name="connsiteY8" fmla="*/ 18729 h 37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9657" h="374571">
                <a:moveTo>
                  <a:pt x="0" y="18729"/>
                </a:moveTo>
                <a:cubicBezTo>
                  <a:pt x="0" y="8385"/>
                  <a:pt x="8385" y="0"/>
                  <a:pt x="18729" y="0"/>
                </a:cubicBezTo>
                <a:lnTo>
                  <a:pt x="206014" y="0"/>
                </a:lnTo>
                <a:lnTo>
                  <a:pt x="299657" y="93643"/>
                </a:lnTo>
                <a:lnTo>
                  <a:pt x="299657" y="355843"/>
                </a:lnTo>
                <a:cubicBezTo>
                  <a:pt x="299657" y="366187"/>
                  <a:pt x="291273" y="374572"/>
                  <a:pt x="280929" y="374572"/>
                </a:cubicBezTo>
                <a:lnTo>
                  <a:pt x="18729" y="374572"/>
                </a:lnTo>
                <a:cubicBezTo>
                  <a:pt x="8385" y="374572"/>
                  <a:pt x="0" y="366187"/>
                  <a:pt x="0" y="355843"/>
                </a:cubicBezTo>
                <a:lnTo>
                  <a:pt x="0" y="18729"/>
                </a:ln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43" name="任意多边形 42"/>
          <p:cNvSpPr/>
          <p:nvPr>
            <p:custDataLst>
              <p:tags r:id="rId16"/>
            </p:custDataLst>
          </p:nvPr>
        </p:nvSpPr>
        <p:spPr>
          <a:xfrm>
            <a:off x="7103142" y="2410422"/>
            <a:ext cx="149828" cy="9364"/>
          </a:xfrm>
          <a:custGeom>
            <a:avLst/>
            <a:gdLst>
              <a:gd name="connsiteX0" fmla="*/ 0 w 149828"/>
              <a:gd name="connsiteY0" fmla="*/ 0 h 9364"/>
              <a:gd name="connsiteX1" fmla="*/ 149829 w 149828"/>
              <a:gd name="connsiteY1" fmla="*/ 0 h 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828" h="9364">
                <a:moveTo>
                  <a:pt x="0" y="0"/>
                </a:moveTo>
                <a:lnTo>
                  <a:pt x="149829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44" name="任意多边形 43"/>
          <p:cNvSpPr/>
          <p:nvPr>
            <p:custDataLst>
              <p:tags r:id="rId17"/>
            </p:custDataLst>
          </p:nvPr>
        </p:nvSpPr>
        <p:spPr>
          <a:xfrm>
            <a:off x="7103142" y="2485337"/>
            <a:ext cx="149828" cy="9364"/>
          </a:xfrm>
          <a:custGeom>
            <a:avLst/>
            <a:gdLst>
              <a:gd name="connsiteX0" fmla="*/ 0 w 149828"/>
              <a:gd name="connsiteY0" fmla="*/ 0 h 9364"/>
              <a:gd name="connsiteX1" fmla="*/ 149829 w 149828"/>
              <a:gd name="connsiteY1" fmla="*/ 0 h 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828" h="9364">
                <a:moveTo>
                  <a:pt x="0" y="0"/>
                </a:moveTo>
                <a:lnTo>
                  <a:pt x="149829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49595" y="3347720"/>
            <a:ext cx="89598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模型构建</a:t>
            </a:r>
            <a:endParaRPr lang="zh-CN" altLang="en-US" sz="280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098072" y="602771"/>
            <a:ext cx="5524500" cy="583565"/>
          </a:xfrm>
        </p:spPr>
        <p:txBody>
          <a:bodyPr>
            <a:spAutoFit/>
          </a:bodyPr>
          <a:lstStyle/>
          <a:p>
            <a:r>
              <a:rPr lang="zh-CN" altLang="en-US"/>
              <a:t>技术路线</a:t>
            </a:r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2047875" y="1163961"/>
            <a:ext cx="761011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587375" y="1669144"/>
            <a:ext cx="5348968" cy="4382884"/>
          </a:xfrm>
          <a:prstGeom prst="roundRect">
            <a:avLst>
              <a:gd name="adj" fmla="val 5101"/>
            </a:avLst>
          </a:prstGeom>
          <a:noFill/>
          <a:ln w="6350">
            <a:solidFill>
              <a:schemeClr val="accent1">
                <a:alpha val="2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5" name="圆角矩形 4"/>
          <p:cNvSpPr/>
          <p:nvPr>
            <p:custDataLst>
              <p:tags r:id="rId2"/>
            </p:custDataLst>
          </p:nvPr>
        </p:nvSpPr>
        <p:spPr>
          <a:xfrm>
            <a:off x="6246132" y="1669144"/>
            <a:ext cx="5348968" cy="4382884"/>
          </a:xfrm>
          <a:prstGeom prst="roundRect">
            <a:avLst>
              <a:gd name="adj" fmla="val 5101"/>
            </a:avLst>
          </a:prstGeom>
          <a:noFill/>
          <a:ln w="6350">
            <a:solidFill>
              <a:schemeClr val="accent1">
                <a:alpha val="2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5247944" y="3012529"/>
            <a:ext cx="1696112" cy="1696115"/>
          </a:xfrm>
          <a:prstGeom prst="ellipse">
            <a:avLst/>
          </a:prstGeom>
          <a:gradFill flip="none" rotWithShape="1">
            <a:gsLst>
              <a:gs pos="30000">
                <a:schemeClr val="accent1"/>
              </a:gs>
              <a:gs pos="10000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7" name="空心弧 6"/>
          <p:cNvSpPr/>
          <p:nvPr>
            <p:custDataLst>
              <p:tags r:id="rId4"/>
            </p:custDataLst>
          </p:nvPr>
        </p:nvSpPr>
        <p:spPr>
          <a:xfrm>
            <a:off x="5034706" y="2799290"/>
            <a:ext cx="2122589" cy="2122592"/>
          </a:xfrm>
          <a:prstGeom prst="blockArc">
            <a:avLst>
              <a:gd name="adj1" fmla="val 13759388"/>
              <a:gd name="adj2" fmla="val 4707929"/>
              <a:gd name="adj3" fmla="val 18946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0" name="空心弧 9"/>
          <p:cNvSpPr/>
          <p:nvPr>
            <p:custDataLst>
              <p:tags r:id="rId5"/>
            </p:custDataLst>
          </p:nvPr>
        </p:nvSpPr>
        <p:spPr>
          <a:xfrm rot="9472655">
            <a:off x="5034706" y="2799290"/>
            <a:ext cx="2122589" cy="2122592"/>
          </a:xfrm>
          <a:prstGeom prst="blockArc">
            <a:avLst>
              <a:gd name="adj1" fmla="val 13759388"/>
              <a:gd name="adj2" fmla="val 4707929"/>
              <a:gd name="adj3" fmla="val 18946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1308995" y="2216141"/>
            <a:ext cx="4094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三、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AI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赋能的评价与建议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7"/>
            </p:custDataLst>
          </p:nvPr>
        </p:nvCxnSpPr>
        <p:spPr>
          <a:xfrm>
            <a:off x="908793" y="2923629"/>
            <a:ext cx="3587007" cy="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865084" y="3062088"/>
            <a:ext cx="3687313" cy="120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+mn-ea"/>
              </a:rPr>
              <a:t>对接开源大模型</a:t>
            </a:r>
            <a:r>
              <a:rPr lang="en-US" altLang="zh-CN" sz="1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+mn-ea"/>
              </a:rPr>
              <a:t>API</a:t>
            </a:r>
            <a:r>
              <a:rPr lang="zh-CN" altLang="en-US" sz="1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+mn-ea"/>
              </a:rPr>
              <a:t>，基于指标设计提出个性化建议的提示词模板；</a:t>
            </a:r>
            <a:endParaRPr lang="zh-CN" altLang="en-US" sz="16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sym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7571105" y="2113280"/>
            <a:ext cx="37026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四、</a:t>
            </a:r>
            <a:r>
              <a:rPr lang="zh-CN" altLang="en-US" sz="2800" noProof="0">
                <a:ln>
                  <a:noFill/>
                </a:ln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可视化模版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10"/>
            </p:custDataLst>
          </p:nvPr>
        </p:nvCxnSpPr>
        <p:spPr>
          <a:xfrm>
            <a:off x="7488747" y="2923629"/>
            <a:ext cx="3587007" cy="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7445038" y="3062088"/>
            <a:ext cx="3687313" cy="120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+mn-ea"/>
              </a:rPr>
              <a:t>嵌入</a:t>
            </a:r>
            <a:r>
              <a:rPr lang="en-US" altLang="zh-CN" sz="1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+mn-ea"/>
              </a:rPr>
              <a:t>DataEase</a:t>
            </a:r>
            <a:r>
              <a:rPr lang="zh-CN" altLang="en-US" sz="1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+mn-ea"/>
              </a:rPr>
              <a:t>可视化仪表盘（指标分布、相似度对比）；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整合所有模块，优化网页交互；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32" name="任意多边形 31"/>
          <p:cNvSpPr/>
          <p:nvPr>
            <p:custDataLst>
              <p:tags r:id="rId12"/>
            </p:custDataLst>
          </p:nvPr>
        </p:nvSpPr>
        <p:spPr>
          <a:xfrm>
            <a:off x="864918" y="2260594"/>
            <a:ext cx="299657" cy="374571"/>
          </a:xfrm>
          <a:custGeom>
            <a:avLst/>
            <a:gdLst>
              <a:gd name="connsiteX0" fmla="*/ 0 w 299657"/>
              <a:gd name="connsiteY0" fmla="*/ 18729 h 374571"/>
              <a:gd name="connsiteX1" fmla="*/ 18729 w 299657"/>
              <a:gd name="connsiteY1" fmla="*/ 0 h 374571"/>
              <a:gd name="connsiteX2" fmla="*/ 206014 w 299657"/>
              <a:gd name="connsiteY2" fmla="*/ 0 h 374571"/>
              <a:gd name="connsiteX3" fmla="*/ 299657 w 299657"/>
              <a:gd name="connsiteY3" fmla="*/ 93643 h 374571"/>
              <a:gd name="connsiteX4" fmla="*/ 299657 w 299657"/>
              <a:gd name="connsiteY4" fmla="*/ 355843 h 374571"/>
              <a:gd name="connsiteX5" fmla="*/ 280929 w 299657"/>
              <a:gd name="connsiteY5" fmla="*/ 374572 h 374571"/>
              <a:gd name="connsiteX6" fmla="*/ 18729 w 299657"/>
              <a:gd name="connsiteY6" fmla="*/ 374572 h 374571"/>
              <a:gd name="connsiteX7" fmla="*/ 0 w 299657"/>
              <a:gd name="connsiteY7" fmla="*/ 355843 h 374571"/>
              <a:gd name="connsiteX8" fmla="*/ 0 w 299657"/>
              <a:gd name="connsiteY8" fmla="*/ 18729 h 37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9657" h="374571">
                <a:moveTo>
                  <a:pt x="0" y="18729"/>
                </a:moveTo>
                <a:cubicBezTo>
                  <a:pt x="0" y="8385"/>
                  <a:pt x="8385" y="0"/>
                  <a:pt x="18729" y="0"/>
                </a:cubicBezTo>
                <a:lnTo>
                  <a:pt x="206014" y="0"/>
                </a:lnTo>
                <a:lnTo>
                  <a:pt x="299657" y="93643"/>
                </a:lnTo>
                <a:lnTo>
                  <a:pt x="299657" y="355843"/>
                </a:lnTo>
                <a:cubicBezTo>
                  <a:pt x="299657" y="366187"/>
                  <a:pt x="291273" y="374572"/>
                  <a:pt x="280929" y="374572"/>
                </a:cubicBezTo>
                <a:lnTo>
                  <a:pt x="18729" y="374572"/>
                </a:lnTo>
                <a:cubicBezTo>
                  <a:pt x="8385" y="374572"/>
                  <a:pt x="0" y="366187"/>
                  <a:pt x="0" y="355843"/>
                </a:cubicBezTo>
                <a:lnTo>
                  <a:pt x="0" y="18729"/>
                </a:ln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33" name="任意多边形 32"/>
          <p:cNvSpPr/>
          <p:nvPr>
            <p:custDataLst>
              <p:tags r:id="rId13"/>
            </p:custDataLst>
          </p:nvPr>
        </p:nvSpPr>
        <p:spPr>
          <a:xfrm>
            <a:off x="939832" y="2410422"/>
            <a:ext cx="149828" cy="9364"/>
          </a:xfrm>
          <a:custGeom>
            <a:avLst/>
            <a:gdLst>
              <a:gd name="connsiteX0" fmla="*/ 0 w 149828"/>
              <a:gd name="connsiteY0" fmla="*/ 0 h 9364"/>
              <a:gd name="connsiteX1" fmla="*/ 149829 w 149828"/>
              <a:gd name="connsiteY1" fmla="*/ 0 h 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828" h="9364">
                <a:moveTo>
                  <a:pt x="0" y="0"/>
                </a:moveTo>
                <a:lnTo>
                  <a:pt x="149829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34" name="任意多边形 33"/>
          <p:cNvSpPr/>
          <p:nvPr>
            <p:custDataLst>
              <p:tags r:id="rId14"/>
            </p:custDataLst>
          </p:nvPr>
        </p:nvSpPr>
        <p:spPr>
          <a:xfrm>
            <a:off x="939832" y="2485337"/>
            <a:ext cx="149828" cy="9364"/>
          </a:xfrm>
          <a:custGeom>
            <a:avLst/>
            <a:gdLst>
              <a:gd name="connsiteX0" fmla="*/ 0 w 149828"/>
              <a:gd name="connsiteY0" fmla="*/ 0 h 9364"/>
              <a:gd name="connsiteX1" fmla="*/ 149829 w 149828"/>
              <a:gd name="connsiteY1" fmla="*/ 0 h 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828" h="9364">
                <a:moveTo>
                  <a:pt x="0" y="0"/>
                </a:moveTo>
                <a:lnTo>
                  <a:pt x="149829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42" name="任意多边形 41"/>
          <p:cNvSpPr/>
          <p:nvPr>
            <p:custDataLst>
              <p:tags r:id="rId15"/>
            </p:custDataLst>
          </p:nvPr>
        </p:nvSpPr>
        <p:spPr>
          <a:xfrm>
            <a:off x="7028228" y="2260594"/>
            <a:ext cx="299657" cy="374571"/>
          </a:xfrm>
          <a:custGeom>
            <a:avLst/>
            <a:gdLst>
              <a:gd name="connsiteX0" fmla="*/ 0 w 299657"/>
              <a:gd name="connsiteY0" fmla="*/ 18729 h 374571"/>
              <a:gd name="connsiteX1" fmla="*/ 18729 w 299657"/>
              <a:gd name="connsiteY1" fmla="*/ 0 h 374571"/>
              <a:gd name="connsiteX2" fmla="*/ 206014 w 299657"/>
              <a:gd name="connsiteY2" fmla="*/ 0 h 374571"/>
              <a:gd name="connsiteX3" fmla="*/ 299657 w 299657"/>
              <a:gd name="connsiteY3" fmla="*/ 93643 h 374571"/>
              <a:gd name="connsiteX4" fmla="*/ 299657 w 299657"/>
              <a:gd name="connsiteY4" fmla="*/ 355843 h 374571"/>
              <a:gd name="connsiteX5" fmla="*/ 280929 w 299657"/>
              <a:gd name="connsiteY5" fmla="*/ 374572 h 374571"/>
              <a:gd name="connsiteX6" fmla="*/ 18729 w 299657"/>
              <a:gd name="connsiteY6" fmla="*/ 374572 h 374571"/>
              <a:gd name="connsiteX7" fmla="*/ 0 w 299657"/>
              <a:gd name="connsiteY7" fmla="*/ 355843 h 374571"/>
              <a:gd name="connsiteX8" fmla="*/ 0 w 299657"/>
              <a:gd name="connsiteY8" fmla="*/ 18729 h 37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9657" h="374571">
                <a:moveTo>
                  <a:pt x="0" y="18729"/>
                </a:moveTo>
                <a:cubicBezTo>
                  <a:pt x="0" y="8385"/>
                  <a:pt x="8385" y="0"/>
                  <a:pt x="18729" y="0"/>
                </a:cubicBezTo>
                <a:lnTo>
                  <a:pt x="206014" y="0"/>
                </a:lnTo>
                <a:lnTo>
                  <a:pt x="299657" y="93643"/>
                </a:lnTo>
                <a:lnTo>
                  <a:pt x="299657" y="355843"/>
                </a:lnTo>
                <a:cubicBezTo>
                  <a:pt x="299657" y="366187"/>
                  <a:pt x="291273" y="374572"/>
                  <a:pt x="280929" y="374572"/>
                </a:cubicBezTo>
                <a:lnTo>
                  <a:pt x="18729" y="374572"/>
                </a:lnTo>
                <a:cubicBezTo>
                  <a:pt x="8385" y="374572"/>
                  <a:pt x="0" y="366187"/>
                  <a:pt x="0" y="355843"/>
                </a:cubicBezTo>
                <a:lnTo>
                  <a:pt x="0" y="18729"/>
                </a:ln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43" name="任意多边形 42"/>
          <p:cNvSpPr/>
          <p:nvPr>
            <p:custDataLst>
              <p:tags r:id="rId16"/>
            </p:custDataLst>
          </p:nvPr>
        </p:nvSpPr>
        <p:spPr>
          <a:xfrm>
            <a:off x="7103142" y="2410422"/>
            <a:ext cx="149828" cy="9364"/>
          </a:xfrm>
          <a:custGeom>
            <a:avLst/>
            <a:gdLst>
              <a:gd name="connsiteX0" fmla="*/ 0 w 149828"/>
              <a:gd name="connsiteY0" fmla="*/ 0 h 9364"/>
              <a:gd name="connsiteX1" fmla="*/ 149829 w 149828"/>
              <a:gd name="connsiteY1" fmla="*/ 0 h 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828" h="9364">
                <a:moveTo>
                  <a:pt x="0" y="0"/>
                </a:moveTo>
                <a:lnTo>
                  <a:pt x="149829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44" name="任意多边形 43"/>
          <p:cNvSpPr/>
          <p:nvPr>
            <p:custDataLst>
              <p:tags r:id="rId17"/>
            </p:custDataLst>
          </p:nvPr>
        </p:nvSpPr>
        <p:spPr>
          <a:xfrm>
            <a:off x="7103142" y="2485337"/>
            <a:ext cx="149828" cy="9364"/>
          </a:xfrm>
          <a:custGeom>
            <a:avLst/>
            <a:gdLst>
              <a:gd name="connsiteX0" fmla="*/ 0 w 149828"/>
              <a:gd name="connsiteY0" fmla="*/ 0 h 9364"/>
              <a:gd name="connsiteX1" fmla="*/ 149829 w 149828"/>
              <a:gd name="connsiteY1" fmla="*/ 0 h 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828" h="9364">
                <a:moveTo>
                  <a:pt x="0" y="0"/>
                </a:moveTo>
                <a:lnTo>
                  <a:pt x="149829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49595" y="3347720"/>
            <a:ext cx="89598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评估报告</a:t>
            </a:r>
            <a:endParaRPr lang="zh-CN" altLang="en-US" sz="280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032247" y="1999734"/>
            <a:ext cx="2127506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3800" b="0" i="0" u="none" strike="noStrike" cap="none" spc="0" normalizeH="0" baseline="0">
                <a:ln>
                  <a:noFill/>
                </a:ln>
                <a:gradFill>
                  <a:gsLst>
                    <a:gs pos="92000">
                      <a:schemeClr val="accent3"/>
                    </a:gs>
                    <a:gs pos="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03</a:t>
            </a:r>
            <a:endParaRPr kumimoji="0" lang="zh-CN" altLang="en-US" sz="13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580371" y="4093029"/>
            <a:ext cx="1031258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329315" y="4303914"/>
            <a:ext cx="3533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srgbClr val="000000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期望成果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2047875" y="1163961"/>
            <a:ext cx="761011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950286" y="1364605"/>
            <a:ext cx="1338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000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潜力值评估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2000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91259" y="1419758"/>
            <a:ext cx="207222" cy="259026"/>
            <a:chOff x="1027478" y="1940627"/>
            <a:chExt cx="299657" cy="374571"/>
          </a:xfrm>
        </p:grpSpPr>
        <p:sp>
          <p:nvSpPr>
            <p:cNvPr id="7" name="任意多边形: 形状 6"/>
            <p:cNvSpPr/>
            <p:nvPr/>
          </p:nvSpPr>
          <p:spPr>
            <a:xfrm>
              <a:off x="1027478" y="1940627"/>
              <a:ext cx="299657" cy="374571"/>
            </a:xfrm>
            <a:custGeom>
              <a:avLst/>
              <a:gdLst>
                <a:gd name="connsiteX0" fmla="*/ 0 w 299657"/>
                <a:gd name="connsiteY0" fmla="*/ 18729 h 374571"/>
                <a:gd name="connsiteX1" fmla="*/ 18729 w 299657"/>
                <a:gd name="connsiteY1" fmla="*/ 0 h 374571"/>
                <a:gd name="connsiteX2" fmla="*/ 206014 w 299657"/>
                <a:gd name="connsiteY2" fmla="*/ 0 h 374571"/>
                <a:gd name="connsiteX3" fmla="*/ 299657 w 299657"/>
                <a:gd name="connsiteY3" fmla="*/ 93643 h 374571"/>
                <a:gd name="connsiteX4" fmla="*/ 299657 w 299657"/>
                <a:gd name="connsiteY4" fmla="*/ 355843 h 374571"/>
                <a:gd name="connsiteX5" fmla="*/ 280929 w 299657"/>
                <a:gd name="connsiteY5" fmla="*/ 374572 h 374571"/>
                <a:gd name="connsiteX6" fmla="*/ 18729 w 299657"/>
                <a:gd name="connsiteY6" fmla="*/ 374572 h 374571"/>
                <a:gd name="connsiteX7" fmla="*/ 0 w 299657"/>
                <a:gd name="connsiteY7" fmla="*/ 355843 h 374571"/>
                <a:gd name="connsiteX8" fmla="*/ 0 w 299657"/>
                <a:gd name="connsiteY8" fmla="*/ 18729 h 374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657" h="374571">
                  <a:moveTo>
                    <a:pt x="0" y="18729"/>
                  </a:moveTo>
                  <a:cubicBezTo>
                    <a:pt x="0" y="8385"/>
                    <a:pt x="8385" y="0"/>
                    <a:pt x="18729" y="0"/>
                  </a:cubicBezTo>
                  <a:lnTo>
                    <a:pt x="206014" y="0"/>
                  </a:lnTo>
                  <a:lnTo>
                    <a:pt x="299657" y="93643"/>
                  </a:lnTo>
                  <a:lnTo>
                    <a:pt x="299657" y="355843"/>
                  </a:lnTo>
                  <a:cubicBezTo>
                    <a:pt x="299657" y="366187"/>
                    <a:pt x="291273" y="374572"/>
                    <a:pt x="280929" y="374572"/>
                  </a:cubicBezTo>
                  <a:lnTo>
                    <a:pt x="18729" y="374572"/>
                  </a:lnTo>
                  <a:cubicBezTo>
                    <a:pt x="8385" y="374572"/>
                    <a:pt x="0" y="366187"/>
                    <a:pt x="0" y="355843"/>
                  </a:cubicBezTo>
                  <a:lnTo>
                    <a:pt x="0" y="18729"/>
                  </a:lnTo>
                  <a:close/>
                </a:path>
              </a:pathLst>
            </a:custGeom>
            <a:noFill/>
            <a:ln w="17859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102392" y="2090455"/>
              <a:ext cx="149828" cy="9364"/>
            </a:xfrm>
            <a:custGeom>
              <a:avLst/>
              <a:gdLst>
                <a:gd name="connsiteX0" fmla="*/ 0 w 149828"/>
                <a:gd name="connsiteY0" fmla="*/ 0 h 9364"/>
                <a:gd name="connsiteX1" fmla="*/ 149829 w 149828"/>
                <a:gd name="connsiteY1" fmla="*/ 0 h 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828" h="9364">
                  <a:moveTo>
                    <a:pt x="0" y="0"/>
                  </a:moveTo>
                  <a:lnTo>
                    <a:pt x="149829" y="0"/>
                  </a:lnTo>
                </a:path>
              </a:pathLst>
            </a:custGeom>
            <a:noFill/>
            <a:ln w="17859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102392" y="2165370"/>
              <a:ext cx="149828" cy="9364"/>
            </a:xfrm>
            <a:custGeom>
              <a:avLst/>
              <a:gdLst>
                <a:gd name="connsiteX0" fmla="*/ 0 w 149828"/>
                <a:gd name="connsiteY0" fmla="*/ 0 h 9364"/>
                <a:gd name="connsiteX1" fmla="*/ 149829 w 149828"/>
                <a:gd name="connsiteY1" fmla="*/ 0 h 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828" h="9364">
                  <a:moveTo>
                    <a:pt x="0" y="0"/>
                  </a:moveTo>
                  <a:lnTo>
                    <a:pt x="149829" y="0"/>
                  </a:lnTo>
                </a:path>
              </a:pathLst>
            </a:custGeom>
            <a:noFill/>
            <a:ln w="17859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622290" y="1364605"/>
            <a:ext cx="1313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000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AI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000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生成建议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2000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363263" y="1419758"/>
            <a:ext cx="207222" cy="259026"/>
            <a:chOff x="1027478" y="1940627"/>
            <a:chExt cx="299657" cy="374571"/>
          </a:xfrm>
        </p:grpSpPr>
        <p:sp>
          <p:nvSpPr>
            <p:cNvPr id="17" name="任意多边形: 形状 16"/>
            <p:cNvSpPr/>
            <p:nvPr/>
          </p:nvSpPr>
          <p:spPr>
            <a:xfrm>
              <a:off x="1027478" y="1940627"/>
              <a:ext cx="299657" cy="374571"/>
            </a:xfrm>
            <a:custGeom>
              <a:avLst/>
              <a:gdLst>
                <a:gd name="connsiteX0" fmla="*/ 0 w 299657"/>
                <a:gd name="connsiteY0" fmla="*/ 18729 h 374571"/>
                <a:gd name="connsiteX1" fmla="*/ 18729 w 299657"/>
                <a:gd name="connsiteY1" fmla="*/ 0 h 374571"/>
                <a:gd name="connsiteX2" fmla="*/ 206014 w 299657"/>
                <a:gd name="connsiteY2" fmla="*/ 0 h 374571"/>
                <a:gd name="connsiteX3" fmla="*/ 299657 w 299657"/>
                <a:gd name="connsiteY3" fmla="*/ 93643 h 374571"/>
                <a:gd name="connsiteX4" fmla="*/ 299657 w 299657"/>
                <a:gd name="connsiteY4" fmla="*/ 355843 h 374571"/>
                <a:gd name="connsiteX5" fmla="*/ 280929 w 299657"/>
                <a:gd name="connsiteY5" fmla="*/ 374572 h 374571"/>
                <a:gd name="connsiteX6" fmla="*/ 18729 w 299657"/>
                <a:gd name="connsiteY6" fmla="*/ 374572 h 374571"/>
                <a:gd name="connsiteX7" fmla="*/ 0 w 299657"/>
                <a:gd name="connsiteY7" fmla="*/ 355843 h 374571"/>
                <a:gd name="connsiteX8" fmla="*/ 0 w 299657"/>
                <a:gd name="connsiteY8" fmla="*/ 18729 h 374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657" h="374571">
                  <a:moveTo>
                    <a:pt x="0" y="18729"/>
                  </a:moveTo>
                  <a:cubicBezTo>
                    <a:pt x="0" y="8385"/>
                    <a:pt x="8385" y="0"/>
                    <a:pt x="18729" y="0"/>
                  </a:cubicBezTo>
                  <a:lnTo>
                    <a:pt x="206014" y="0"/>
                  </a:lnTo>
                  <a:lnTo>
                    <a:pt x="299657" y="93643"/>
                  </a:lnTo>
                  <a:lnTo>
                    <a:pt x="299657" y="355843"/>
                  </a:lnTo>
                  <a:cubicBezTo>
                    <a:pt x="299657" y="366187"/>
                    <a:pt x="291273" y="374572"/>
                    <a:pt x="280929" y="374572"/>
                  </a:cubicBezTo>
                  <a:lnTo>
                    <a:pt x="18729" y="374572"/>
                  </a:lnTo>
                  <a:cubicBezTo>
                    <a:pt x="8385" y="374572"/>
                    <a:pt x="0" y="366187"/>
                    <a:pt x="0" y="355843"/>
                  </a:cubicBezTo>
                  <a:lnTo>
                    <a:pt x="0" y="18729"/>
                  </a:lnTo>
                  <a:close/>
                </a:path>
              </a:pathLst>
            </a:custGeom>
            <a:noFill/>
            <a:ln w="17859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102392" y="2090455"/>
              <a:ext cx="149828" cy="9364"/>
            </a:xfrm>
            <a:custGeom>
              <a:avLst/>
              <a:gdLst>
                <a:gd name="connsiteX0" fmla="*/ 0 w 149828"/>
                <a:gd name="connsiteY0" fmla="*/ 0 h 9364"/>
                <a:gd name="connsiteX1" fmla="*/ 149829 w 149828"/>
                <a:gd name="connsiteY1" fmla="*/ 0 h 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828" h="9364">
                  <a:moveTo>
                    <a:pt x="0" y="0"/>
                  </a:moveTo>
                  <a:lnTo>
                    <a:pt x="149829" y="0"/>
                  </a:lnTo>
                </a:path>
              </a:pathLst>
            </a:custGeom>
            <a:noFill/>
            <a:ln w="17859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102392" y="2165370"/>
              <a:ext cx="149828" cy="9364"/>
            </a:xfrm>
            <a:custGeom>
              <a:avLst/>
              <a:gdLst>
                <a:gd name="connsiteX0" fmla="*/ 0 w 149828"/>
                <a:gd name="connsiteY0" fmla="*/ 0 h 9364"/>
                <a:gd name="connsiteX1" fmla="*/ 149829 w 149828"/>
                <a:gd name="connsiteY1" fmla="*/ 0 h 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828" h="9364">
                  <a:moveTo>
                    <a:pt x="0" y="0"/>
                  </a:moveTo>
                  <a:lnTo>
                    <a:pt x="149829" y="0"/>
                  </a:lnTo>
                </a:path>
              </a:pathLst>
            </a:custGeom>
            <a:noFill/>
            <a:ln w="17859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1912987" y="40139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000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指标可视化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2000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653960" y="4069109"/>
            <a:ext cx="207222" cy="259026"/>
            <a:chOff x="1027478" y="1940627"/>
            <a:chExt cx="299657" cy="374571"/>
          </a:xfrm>
        </p:grpSpPr>
        <p:sp>
          <p:nvSpPr>
            <p:cNvPr id="25" name="任意多边形: 形状 24"/>
            <p:cNvSpPr/>
            <p:nvPr/>
          </p:nvSpPr>
          <p:spPr>
            <a:xfrm>
              <a:off x="1027478" y="1940627"/>
              <a:ext cx="299657" cy="374571"/>
            </a:xfrm>
            <a:custGeom>
              <a:avLst/>
              <a:gdLst>
                <a:gd name="connsiteX0" fmla="*/ 0 w 299657"/>
                <a:gd name="connsiteY0" fmla="*/ 18729 h 374571"/>
                <a:gd name="connsiteX1" fmla="*/ 18729 w 299657"/>
                <a:gd name="connsiteY1" fmla="*/ 0 h 374571"/>
                <a:gd name="connsiteX2" fmla="*/ 206014 w 299657"/>
                <a:gd name="connsiteY2" fmla="*/ 0 h 374571"/>
                <a:gd name="connsiteX3" fmla="*/ 299657 w 299657"/>
                <a:gd name="connsiteY3" fmla="*/ 93643 h 374571"/>
                <a:gd name="connsiteX4" fmla="*/ 299657 w 299657"/>
                <a:gd name="connsiteY4" fmla="*/ 355843 h 374571"/>
                <a:gd name="connsiteX5" fmla="*/ 280929 w 299657"/>
                <a:gd name="connsiteY5" fmla="*/ 374572 h 374571"/>
                <a:gd name="connsiteX6" fmla="*/ 18729 w 299657"/>
                <a:gd name="connsiteY6" fmla="*/ 374572 h 374571"/>
                <a:gd name="connsiteX7" fmla="*/ 0 w 299657"/>
                <a:gd name="connsiteY7" fmla="*/ 355843 h 374571"/>
                <a:gd name="connsiteX8" fmla="*/ 0 w 299657"/>
                <a:gd name="connsiteY8" fmla="*/ 18729 h 374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657" h="374571">
                  <a:moveTo>
                    <a:pt x="0" y="18729"/>
                  </a:moveTo>
                  <a:cubicBezTo>
                    <a:pt x="0" y="8385"/>
                    <a:pt x="8385" y="0"/>
                    <a:pt x="18729" y="0"/>
                  </a:cubicBezTo>
                  <a:lnTo>
                    <a:pt x="206014" y="0"/>
                  </a:lnTo>
                  <a:lnTo>
                    <a:pt x="299657" y="93643"/>
                  </a:lnTo>
                  <a:lnTo>
                    <a:pt x="299657" y="355843"/>
                  </a:lnTo>
                  <a:cubicBezTo>
                    <a:pt x="299657" y="366187"/>
                    <a:pt x="291273" y="374572"/>
                    <a:pt x="280929" y="374572"/>
                  </a:cubicBezTo>
                  <a:lnTo>
                    <a:pt x="18729" y="374572"/>
                  </a:lnTo>
                  <a:cubicBezTo>
                    <a:pt x="8385" y="374572"/>
                    <a:pt x="0" y="366187"/>
                    <a:pt x="0" y="355843"/>
                  </a:cubicBezTo>
                  <a:lnTo>
                    <a:pt x="0" y="18729"/>
                  </a:lnTo>
                  <a:close/>
                </a:path>
              </a:pathLst>
            </a:custGeom>
            <a:noFill/>
            <a:ln w="17859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102392" y="2090455"/>
              <a:ext cx="149828" cy="9364"/>
            </a:xfrm>
            <a:custGeom>
              <a:avLst/>
              <a:gdLst>
                <a:gd name="connsiteX0" fmla="*/ 0 w 149828"/>
                <a:gd name="connsiteY0" fmla="*/ 0 h 9364"/>
                <a:gd name="connsiteX1" fmla="*/ 149829 w 149828"/>
                <a:gd name="connsiteY1" fmla="*/ 0 h 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828" h="9364">
                  <a:moveTo>
                    <a:pt x="0" y="0"/>
                  </a:moveTo>
                  <a:lnTo>
                    <a:pt x="149829" y="0"/>
                  </a:lnTo>
                </a:path>
              </a:pathLst>
            </a:custGeom>
            <a:noFill/>
            <a:ln w="17859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102392" y="2165370"/>
              <a:ext cx="149828" cy="9364"/>
            </a:xfrm>
            <a:custGeom>
              <a:avLst/>
              <a:gdLst>
                <a:gd name="connsiteX0" fmla="*/ 0 w 149828"/>
                <a:gd name="connsiteY0" fmla="*/ 0 h 9364"/>
                <a:gd name="connsiteX1" fmla="*/ 149829 w 149828"/>
                <a:gd name="connsiteY1" fmla="*/ 0 h 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828" h="9364">
                  <a:moveTo>
                    <a:pt x="0" y="0"/>
                  </a:moveTo>
                  <a:lnTo>
                    <a:pt x="149829" y="0"/>
                  </a:lnTo>
                </a:path>
              </a:pathLst>
            </a:custGeom>
            <a:noFill/>
            <a:ln w="17859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7584991" y="401395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000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时序分析与预测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2000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325964" y="4069109"/>
            <a:ext cx="207222" cy="259026"/>
            <a:chOff x="1027478" y="1940627"/>
            <a:chExt cx="299657" cy="374571"/>
          </a:xfrm>
        </p:grpSpPr>
        <p:sp>
          <p:nvSpPr>
            <p:cNvPr id="33" name="任意多边形: 形状 32"/>
            <p:cNvSpPr/>
            <p:nvPr/>
          </p:nvSpPr>
          <p:spPr>
            <a:xfrm>
              <a:off x="1027478" y="1940627"/>
              <a:ext cx="299657" cy="374571"/>
            </a:xfrm>
            <a:custGeom>
              <a:avLst/>
              <a:gdLst>
                <a:gd name="connsiteX0" fmla="*/ 0 w 299657"/>
                <a:gd name="connsiteY0" fmla="*/ 18729 h 374571"/>
                <a:gd name="connsiteX1" fmla="*/ 18729 w 299657"/>
                <a:gd name="connsiteY1" fmla="*/ 0 h 374571"/>
                <a:gd name="connsiteX2" fmla="*/ 206014 w 299657"/>
                <a:gd name="connsiteY2" fmla="*/ 0 h 374571"/>
                <a:gd name="connsiteX3" fmla="*/ 299657 w 299657"/>
                <a:gd name="connsiteY3" fmla="*/ 93643 h 374571"/>
                <a:gd name="connsiteX4" fmla="*/ 299657 w 299657"/>
                <a:gd name="connsiteY4" fmla="*/ 355843 h 374571"/>
                <a:gd name="connsiteX5" fmla="*/ 280929 w 299657"/>
                <a:gd name="connsiteY5" fmla="*/ 374572 h 374571"/>
                <a:gd name="connsiteX6" fmla="*/ 18729 w 299657"/>
                <a:gd name="connsiteY6" fmla="*/ 374572 h 374571"/>
                <a:gd name="connsiteX7" fmla="*/ 0 w 299657"/>
                <a:gd name="connsiteY7" fmla="*/ 355843 h 374571"/>
                <a:gd name="connsiteX8" fmla="*/ 0 w 299657"/>
                <a:gd name="connsiteY8" fmla="*/ 18729 h 374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657" h="374571">
                  <a:moveTo>
                    <a:pt x="0" y="18729"/>
                  </a:moveTo>
                  <a:cubicBezTo>
                    <a:pt x="0" y="8385"/>
                    <a:pt x="8385" y="0"/>
                    <a:pt x="18729" y="0"/>
                  </a:cubicBezTo>
                  <a:lnTo>
                    <a:pt x="206014" y="0"/>
                  </a:lnTo>
                  <a:lnTo>
                    <a:pt x="299657" y="93643"/>
                  </a:lnTo>
                  <a:lnTo>
                    <a:pt x="299657" y="355843"/>
                  </a:lnTo>
                  <a:cubicBezTo>
                    <a:pt x="299657" y="366187"/>
                    <a:pt x="291273" y="374572"/>
                    <a:pt x="280929" y="374572"/>
                  </a:cubicBezTo>
                  <a:lnTo>
                    <a:pt x="18729" y="374572"/>
                  </a:lnTo>
                  <a:cubicBezTo>
                    <a:pt x="8385" y="374572"/>
                    <a:pt x="0" y="366187"/>
                    <a:pt x="0" y="355843"/>
                  </a:cubicBezTo>
                  <a:lnTo>
                    <a:pt x="0" y="18729"/>
                  </a:lnTo>
                  <a:close/>
                </a:path>
              </a:pathLst>
            </a:custGeom>
            <a:noFill/>
            <a:ln w="17859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1102392" y="2090455"/>
              <a:ext cx="149828" cy="9364"/>
            </a:xfrm>
            <a:custGeom>
              <a:avLst/>
              <a:gdLst>
                <a:gd name="connsiteX0" fmla="*/ 0 w 149828"/>
                <a:gd name="connsiteY0" fmla="*/ 0 h 9364"/>
                <a:gd name="connsiteX1" fmla="*/ 149829 w 149828"/>
                <a:gd name="connsiteY1" fmla="*/ 0 h 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828" h="9364">
                  <a:moveTo>
                    <a:pt x="0" y="0"/>
                  </a:moveTo>
                  <a:lnTo>
                    <a:pt x="149829" y="0"/>
                  </a:lnTo>
                </a:path>
              </a:pathLst>
            </a:custGeom>
            <a:noFill/>
            <a:ln w="17859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1102392" y="2165370"/>
              <a:ext cx="149828" cy="9364"/>
            </a:xfrm>
            <a:custGeom>
              <a:avLst/>
              <a:gdLst>
                <a:gd name="connsiteX0" fmla="*/ 0 w 149828"/>
                <a:gd name="connsiteY0" fmla="*/ 0 h 9364"/>
                <a:gd name="connsiteX1" fmla="*/ 149829 w 149828"/>
                <a:gd name="connsiteY1" fmla="*/ 0 h 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828" h="9364">
                  <a:moveTo>
                    <a:pt x="0" y="0"/>
                  </a:moveTo>
                  <a:lnTo>
                    <a:pt x="149829" y="0"/>
                  </a:lnTo>
                </a:path>
              </a:pathLst>
            </a:custGeom>
            <a:noFill/>
            <a:ln w="17859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endParaRPr>
            </a:p>
          </p:txBody>
        </p:sp>
      </p:grpSp>
      <p:sp>
        <p:nvSpPr>
          <p:cNvPr id="20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098072" y="602771"/>
            <a:ext cx="5524500" cy="584775"/>
          </a:xfrm>
        </p:spPr>
        <p:txBody>
          <a:bodyPr>
            <a:spAutoFit/>
          </a:bodyPr>
          <a:lstStyle/>
          <a:p>
            <a:r>
              <a:rPr lang="zh-CN" altLang="en-US" dirty="0"/>
              <a:t>主要功能</a:t>
            </a:r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259" y="1853408"/>
            <a:ext cx="3141133" cy="1888484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769" y="1824447"/>
            <a:ext cx="2995524" cy="19174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263" y="4655352"/>
            <a:ext cx="3010030" cy="18060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859" y="4544468"/>
            <a:ext cx="3154533" cy="19169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098072" y="602771"/>
            <a:ext cx="5524500" cy="584775"/>
          </a:xfrm>
        </p:spPr>
        <p:txBody>
          <a:bodyPr>
            <a:spAutoFit/>
          </a:bodyPr>
          <a:lstStyle/>
          <a:p>
            <a:r>
              <a:rPr lang="zh-CN" altLang="en-US" dirty="0"/>
              <a:t>成果形式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2047875" y="1163961"/>
            <a:ext cx="761011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/>
          <p:cNvSpPr/>
          <p:nvPr/>
        </p:nvSpPr>
        <p:spPr>
          <a:xfrm>
            <a:off x="7359172" y="1651000"/>
            <a:ext cx="3156428" cy="4597400"/>
          </a:xfrm>
          <a:prstGeom prst="roundRect">
            <a:avLst>
              <a:gd name="adj" fmla="val 6250"/>
            </a:avLst>
          </a:prstGeom>
          <a:gradFill>
            <a:gsLst>
              <a:gs pos="50000">
                <a:srgbClr val="02ACE3">
                  <a:alpha val="0"/>
                </a:srgbClr>
              </a:gs>
              <a:gs pos="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1">
                    <a:alpha val="58000"/>
                  </a:schemeClr>
                </a:gs>
                <a:gs pos="100000">
                  <a:schemeClr val="accent4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549" y="1822450"/>
            <a:ext cx="3190875" cy="4254500"/>
          </a:xfrm>
          <a:prstGeom prst="roundRect">
            <a:avLst>
              <a:gd name="adj" fmla="val 0"/>
            </a:avLst>
          </a:prstGeom>
        </p:spPr>
      </p:pic>
      <p:sp>
        <p:nvSpPr>
          <p:cNvPr id="10" name="文本框 9"/>
          <p:cNvSpPr txBox="1"/>
          <p:nvPr/>
        </p:nvSpPr>
        <p:spPr>
          <a:xfrm>
            <a:off x="1830981" y="3035427"/>
            <a:ext cx="4438090" cy="42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Web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端智能评估系统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1" name="任意多边形: 形状 10"/>
          <p:cNvSpPr/>
          <p:nvPr/>
        </p:nvSpPr>
        <p:spPr>
          <a:xfrm>
            <a:off x="1311937" y="3031537"/>
            <a:ext cx="440064" cy="374056"/>
          </a:xfrm>
          <a:custGeom>
            <a:avLst/>
            <a:gdLst>
              <a:gd name="connsiteX0" fmla="*/ 182564 w 243416"/>
              <a:gd name="connsiteY0" fmla="*/ 206904 h 206904"/>
              <a:gd name="connsiteX1" fmla="*/ 243417 w 243416"/>
              <a:gd name="connsiteY1" fmla="*/ 103452 h 206904"/>
              <a:gd name="connsiteX2" fmla="*/ 182564 w 243416"/>
              <a:gd name="connsiteY2" fmla="*/ 0 h 206904"/>
              <a:gd name="connsiteX3" fmla="*/ 60855 w 243416"/>
              <a:gd name="connsiteY3" fmla="*/ 0 h 206904"/>
              <a:gd name="connsiteX4" fmla="*/ 0 w 243416"/>
              <a:gd name="connsiteY4" fmla="*/ 103452 h 206904"/>
              <a:gd name="connsiteX5" fmla="*/ 60855 w 243416"/>
              <a:gd name="connsiteY5" fmla="*/ 206904 h 206904"/>
              <a:gd name="connsiteX6" fmla="*/ 182564 w 243416"/>
              <a:gd name="connsiteY6" fmla="*/ 206904 h 20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416" h="206904">
                <a:moveTo>
                  <a:pt x="182564" y="206904"/>
                </a:moveTo>
                <a:lnTo>
                  <a:pt x="243417" y="103452"/>
                </a:lnTo>
                <a:lnTo>
                  <a:pt x="182564" y="0"/>
                </a:lnTo>
                <a:lnTo>
                  <a:pt x="60855" y="0"/>
                </a:lnTo>
                <a:lnTo>
                  <a:pt x="0" y="103452"/>
                </a:lnTo>
                <a:lnTo>
                  <a:pt x="60855" y="206904"/>
                </a:lnTo>
                <a:lnTo>
                  <a:pt x="182564" y="206904"/>
                </a:ln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2" name="任意多边形: 形状 11"/>
          <p:cNvSpPr/>
          <p:nvPr/>
        </p:nvSpPr>
        <p:spPr>
          <a:xfrm>
            <a:off x="1476961" y="3163557"/>
            <a:ext cx="110016" cy="110016"/>
          </a:xfrm>
          <a:custGeom>
            <a:avLst/>
            <a:gdLst>
              <a:gd name="connsiteX0" fmla="*/ 30427 w 60854"/>
              <a:gd name="connsiteY0" fmla="*/ 60854 h 60854"/>
              <a:gd name="connsiteX1" fmla="*/ 60854 w 60854"/>
              <a:gd name="connsiteY1" fmla="*/ 30427 h 60854"/>
              <a:gd name="connsiteX2" fmla="*/ 30427 w 60854"/>
              <a:gd name="connsiteY2" fmla="*/ 0 h 60854"/>
              <a:gd name="connsiteX3" fmla="*/ 0 w 60854"/>
              <a:gd name="connsiteY3" fmla="*/ 30427 h 60854"/>
              <a:gd name="connsiteX4" fmla="*/ 30427 w 60854"/>
              <a:gd name="connsiteY4" fmla="*/ 60854 h 6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54" h="60854">
                <a:moveTo>
                  <a:pt x="30427" y="60854"/>
                </a:moveTo>
                <a:cubicBezTo>
                  <a:pt x="47231" y="60854"/>
                  <a:pt x="60854" y="47231"/>
                  <a:pt x="60854" y="30427"/>
                </a:cubicBezTo>
                <a:cubicBezTo>
                  <a:pt x="60854" y="13623"/>
                  <a:pt x="47231" y="0"/>
                  <a:pt x="30427" y="0"/>
                </a:cubicBezTo>
                <a:cubicBezTo>
                  <a:pt x="13623" y="0"/>
                  <a:pt x="0" y="13623"/>
                  <a:pt x="0" y="30427"/>
                </a:cubicBezTo>
                <a:cubicBezTo>
                  <a:pt x="0" y="47231"/>
                  <a:pt x="13623" y="60854"/>
                  <a:pt x="30427" y="60854"/>
                </a:cubicBez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11576" y="4756523"/>
            <a:ext cx="4438090" cy="42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2ACE3"/>
              </a:buClr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+mn-cs"/>
              </a:rPr>
              <a:t>项目评估报告</a:t>
            </a:r>
            <a:r>
              <a:rPr lang="zh-CN" altLang="en-US" dirty="0">
                <a:solidFill>
                  <a:srgbClr val="000000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、可视化图表、</a:t>
            </a:r>
            <a:r>
              <a:rPr lang="en-US" altLang="zh-CN" dirty="0">
                <a:solidFill>
                  <a:srgbClr val="000000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AI</a:t>
            </a:r>
            <a:r>
              <a:rPr lang="zh-CN" altLang="en-US" dirty="0">
                <a:solidFill>
                  <a:srgbClr val="000000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建议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5" name="矩形: 圆角 14"/>
          <p:cNvSpPr/>
          <p:nvPr/>
        </p:nvSpPr>
        <p:spPr>
          <a:xfrm flipH="1">
            <a:off x="1246294" y="2432502"/>
            <a:ext cx="4050518" cy="16076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46294" y="2025814"/>
            <a:ext cx="3998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2000">
                      <a:schemeClr val="accent3"/>
                    </a:gs>
                    <a:gs pos="0">
                      <a:schemeClr val="accent1"/>
                    </a:gs>
                  </a:gsLst>
                  <a:lin ang="108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产品形态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gradFill>
                <a:gsLst>
                  <a:gs pos="72000">
                    <a:schemeClr val="accent3"/>
                  </a:gs>
                  <a:gs pos="0">
                    <a:schemeClr val="accent1"/>
                  </a:gs>
                </a:gsLst>
                <a:lin ang="108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0" name="任意多边形: 形状 19"/>
          <p:cNvSpPr/>
          <p:nvPr/>
        </p:nvSpPr>
        <p:spPr>
          <a:xfrm>
            <a:off x="1344981" y="4850759"/>
            <a:ext cx="328377" cy="328378"/>
          </a:xfrm>
          <a:custGeom>
            <a:avLst/>
            <a:gdLst>
              <a:gd name="connsiteX0" fmla="*/ 80963 w 161925"/>
              <a:gd name="connsiteY0" fmla="*/ 161925 h 161925"/>
              <a:gd name="connsiteX1" fmla="*/ 161925 w 161925"/>
              <a:gd name="connsiteY1" fmla="*/ 80963 h 161925"/>
              <a:gd name="connsiteX2" fmla="*/ 80963 w 161925"/>
              <a:gd name="connsiteY2" fmla="*/ 0 h 161925"/>
              <a:gd name="connsiteX3" fmla="*/ 0 w 161925"/>
              <a:gd name="connsiteY3" fmla="*/ 80963 h 161925"/>
              <a:gd name="connsiteX4" fmla="*/ 80963 w 161925"/>
              <a:gd name="connsiteY4" fmla="*/ 161925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925" h="161925">
                <a:moveTo>
                  <a:pt x="80963" y="161925"/>
                </a:moveTo>
                <a:cubicBezTo>
                  <a:pt x="125677" y="161925"/>
                  <a:pt x="161925" y="125677"/>
                  <a:pt x="161925" y="80963"/>
                </a:cubicBezTo>
                <a:cubicBezTo>
                  <a:pt x="161925" y="36248"/>
                  <a:pt x="125677" y="0"/>
                  <a:pt x="80963" y="0"/>
                </a:cubicBezTo>
                <a:cubicBezTo>
                  <a:pt x="36248" y="0"/>
                  <a:pt x="0" y="36248"/>
                  <a:pt x="0" y="80963"/>
                </a:cubicBezTo>
                <a:cubicBezTo>
                  <a:pt x="0" y="125677"/>
                  <a:pt x="36248" y="161925"/>
                  <a:pt x="80963" y="161925"/>
                </a:cubicBezTo>
                <a:close/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1" name="任意多边形: 形状 20"/>
          <p:cNvSpPr/>
          <p:nvPr/>
        </p:nvSpPr>
        <p:spPr>
          <a:xfrm>
            <a:off x="1509168" y="4956998"/>
            <a:ext cx="9657" cy="115898"/>
          </a:xfrm>
          <a:custGeom>
            <a:avLst/>
            <a:gdLst>
              <a:gd name="connsiteX0" fmla="*/ 0 w 4762"/>
              <a:gd name="connsiteY0" fmla="*/ 0 h 57150"/>
              <a:gd name="connsiteX1" fmla="*/ 0 w 4762"/>
              <a:gd name="connsiteY1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451370" y="5014947"/>
            <a:ext cx="115745" cy="150"/>
          </a:xfrm>
          <a:custGeom>
            <a:avLst/>
            <a:gdLst>
              <a:gd name="connsiteX0" fmla="*/ 0 w 57075"/>
              <a:gd name="connsiteY0" fmla="*/ 74 h 74"/>
              <a:gd name="connsiteX1" fmla="*/ 57076 w 57075"/>
              <a:gd name="connsiteY1" fmla="*/ 0 h 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5" h="74">
                <a:moveTo>
                  <a:pt x="0" y="74"/>
                </a:moveTo>
                <a:lnTo>
                  <a:pt x="57076" y="0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1627205" y="5132987"/>
            <a:ext cx="81952" cy="81952"/>
          </a:xfrm>
          <a:custGeom>
            <a:avLst/>
            <a:gdLst>
              <a:gd name="connsiteX0" fmla="*/ 0 w 40411"/>
              <a:gd name="connsiteY0" fmla="*/ 0 h 40411"/>
              <a:gd name="connsiteX1" fmla="*/ 40411 w 40411"/>
              <a:gd name="connsiteY1" fmla="*/ 40411 h 40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411" h="40411">
                <a:moveTo>
                  <a:pt x="0" y="0"/>
                </a:moveTo>
                <a:lnTo>
                  <a:pt x="40411" y="40411"/>
                </a:lnTo>
              </a:path>
            </a:pathLst>
          </a:custGeom>
          <a:noFill/>
          <a:ln w="17859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" name="矩形: 圆角 1"/>
          <p:cNvSpPr/>
          <p:nvPr/>
        </p:nvSpPr>
        <p:spPr>
          <a:xfrm flipH="1">
            <a:off x="1298075" y="4232929"/>
            <a:ext cx="4050518" cy="16076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12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98075" y="3826241"/>
            <a:ext cx="3998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gradFill>
                  <a:gsLst>
                    <a:gs pos="72000">
                      <a:schemeClr val="accent3"/>
                    </a:gs>
                    <a:gs pos="0">
                      <a:schemeClr val="accent1"/>
                    </a:gs>
                  </a:gsLst>
                  <a:lin ang="10800000" scaled="1"/>
                </a:gra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核心输出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gradFill>
                <a:gsLst>
                  <a:gs pos="72000">
                    <a:schemeClr val="accent3"/>
                  </a:gs>
                  <a:gs pos="0">
                    <a:schemeClr val="accent1"/>
                  </a:gs>
                </a:gsLst>
                <a:lin ang="108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098072" y="602771"/>
            <a:ext cx="5524500" cy="584775"/>
          </a:xfrm>
        </p:spPr>
        <p:txBody>
          <a:bodyPr>
            <a:spAutoFit/>
          </a:bodyPr>
          <a:lstStyle/>
          <a:p>
            <a:r>
              <a:rPr lang="zh-CN" altLang="en-US" dirty="0"/>
              <a:t>长期愿景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2047875" y="1163961"/>
            <a:ext cx="761011" cy="0"/>
          </a:xfrm>
          <a:prstGeom prst="line">
            <a:avLst/>
          </a:prstGeom>
          <a:ln w="28575">
            <a:gradFill flip="none" rotWithShape="1">
              <a:gsLst>
                <a:gs pos="50000">
                  <a:schemeClr val="accent1"/>
                </a:gs>
                <a:gs pos="51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88685" y="2321202"/>
            <a:ext cx="2031325" cy="46166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gradFill>
                  <a:gsLst>
                    <a:gs pos="17000">
                      <a:srgbClr val="4771B7"/>
                    </a:gs>
                    <a:gs pos="100000">
                      <a:srgbClr val="935DFE"/>
                    </a:gs>
                  </a:gsLst>
                  <a:lin ang="18900000" scaled="1"/>
                </a:gra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7000">
                      <a:schemeClr val="accent3"/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</a:rPr>
              <a:t>用户价值成果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gradFill>
                <a:gsLst>
                  <a:gs pos="17000">
                    <a:schemeClr val="accent3"/>
                  </a:gs>
                  <a:gs pos="100000">
                    <a:schemeClr val="accent1"/>
                  </a:gs>
                </a:gsLst>
                <a:lin ang="18900000" scaled="1"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阿里巴巴普惠体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9842" y="1450168"/>
            <a:ext cx="8881417" cy="782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阿里巴巴普惠体 L" panose="00020600040101010101" pitchFamily="18" charset="-122"/>
                <a:sym typeface="+mn-ea"/>
              </a:rPr>
              <a:t>成为开源生态具公信力的智能评估平台，连接开发者、企业、投资方与开源项目，构建 “评估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阿里巴巴普惠体 L" panose="00020600040101010101" pitchFamily="18" charset="-122"/>
                <a:sym typeface="+mn-ea"/>
              </a:rPr>
              <a:t>-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阿里巴巴普惠体 L" panose="00020600040101010101" pitchFamily="18" charset="-122"/>
                <a:sym typeface="+mn-ea"/>
              </a:rPr>
              <a:t>优化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阿里巴巴普惠体 L" panose="00020600040101010101" pitchFamily="18" charset="-122"/>
                <a:sym typeface="+mn-ea"/>
              </a:rPr>
              <a:t>-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阿里巴巴普惠体 L" panose="00020600040101010101" pitchFamily="18" charset="-122"/>
                <a:sym typeface="+mn-ea"/>
              </a:rPr>
              <a:t>推广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阿里巴巴普惠体 L" panose="00020600040101010101" pitchFamily="18" charset="-122"/>
                <a:sym typeface="+mn-ea"/>
              </a:rPr>
              <a:t>-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阿里巴巴普惠体 L" panose="00020600040101010101" pitchFamily="18" charset="-122"/>
                <a:sym typeface="+mn-ea"/>
              </a:rPr>
              <a:t>落地” 的良性开源生态闭环。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阿里巴巴普惠体 L" panose="00020600040101010101" pitchFamily="18" charset="-122"/>
              <a:sym typeface="+mn-ea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88686" y="3335228"/>
            <a:ext cx="3327317" cy="219491"/>
          </a:xfrm>
          <a:prstGeom prst="roundRect">
            <a:avLst>
              <a:gd name="adj" fmla="val 50000"/>
            </a:avLst>
          </a:prstGeom>
          <a:solidFill>
            <a:schemeClr val="accent1">
              <a:alpha val="11000"/>
            </a:schemeClr>
          </a:solidFill>
          <a:ln>
            <a:noFill/>
          </a:ln>
          <a:effectLst>
            <a:outerShdw blurRad="63500" sx="101000" sy="101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688686" y="3335228"/>
            <a:ext cx="918733" cy="24622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04696" y="3261841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i="1" dirty="0">
                <a:solidFill>
                  <a:schemeClr val="accent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</a:rPr>
              <a:t>20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</a:rPr>
              <a:t>%</a:t>
            </a:r>
            <a:endParaRPr kumimoji="0" lang="zh-CN" altLang="en-US" sz="2000" b="0" i="1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88685" y="2885355"/>
            <a:ext cx="2628086" cy="503706"/>
            <a:chOff x="1397000" y="4243844"/>
            <a:chExt cx="3051609" cy="584879"/>
          </a:xfrm>
        </p:grpSpPr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1494633" y="4243844"/>
              <a:ext cx="714751" cy="285900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83945" rtl="0" eaLnBrk="1" fontAlgn="ctr" latinLnBrk="0" hangingPunct="1">
                <a:lnSpc>
                  <a:spcPct val="100000"/>
                </a:lnSpc>
                <a:spcBef>
                  <a:spcPts val="240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阿里巴巴普惠体 B" panose="00020600040101010101" pitchFamily="18" charset="-122"/>
                  <a:sym typeface="+mn-ea"/>
                </a:rPr>
                <a:t>维护者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  <a:sym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397000" y="4481845"/>
              <a:ext cx="3051609" cy="3468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阿里巴巴普惠体 L" panose="00020600040101010101" pitchFamily="18" charset="-122"/>
                </a:rPr>
                <a:t>项目健康度提升约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阿里巴巴普惠体 L" panose="00020600040101010101" pitchFamily="18" charset="-122"/>
                </a:rPr>
                <a:t>20%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阿里巴巴普惠体 L" panose="00020600040101010101" pitchFamily="18" charset="-122"/>
              </a:endParaRPr>
            </a:p>
          </p:txBody>
        </p:sp>
      </p:grpSp>
      <p:sp>
        <p:nvSpPr>
          <p:cNvPr id="14" name="矩形: 圆角 13"/>
          <p:cNvSpPr/>
          <p:nvPr/>
        </p:nvSpPr>
        <p:spPr>
          <a:xfrm>
            <a:off x="688686" y="4165914"/>
            <a:ext cx="3327317" cy="219491"/>
          </a:xfrm>
          <a:prstGeom prst="roundRect">
            <a:avLst>
              <a:gd name="adj" fmla="val 50000"/>
            </a:avLst>
          </a:prstGeom>
          <a:solidFill>
            <a:schemeClr val="accent1">
              <a:alpha val="11000"/>
            </a:schemeClr>
          </a:solidFill>
          <a:ln>
            <a:noFill/>
          </a:ln>
          <a:effectLst>
            <a:outerShdw blurRad="63500" sx="101000" sy="101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88686" y="4165914"/>
            <a:ext cx="2120200" cy="25748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04696" y="4092527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i="1" dirty="0">
                <a:solidFill>
                  <a:schemeClr val="accent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</a:rPr>
              <a:t>6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</a:rPr>
              <a:t>0%</a:t>
            </a:r>
            <a:endParaRPr kumimoji="0" lang="zh-CN" altLang="en-US" sz="2000" b="0" i="1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88685" y="3716041"/>
            <a:ext cx="2628086" cy="503706"/>
            <a:chOff x="1397000" y="4243844"/>
            <a:chExt cx="3051609" cy="584879"/>
          </a:xfrm>
        </p:grpSpPr>
        <p:sp>
          <p:nvSpPr>
            <p:cNvPr id="18" name="矩形 17"/>
            <p:cNvSpPr/>
            <p:nvPr>
              <p:custDataLst>
                <p:tags r:id="rId3"/>
              </p:custDataLst>
            </p:nvPr>
          </p:nvSpPr>
          <p:spPr>
            <a:xfrm>
              <a:off x="1494633" y="4243844"/>
              <a:ext cx="714751" cy="285900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83945" rtl="0" eaLnBrk="1" fontAlgn="ctr" latinLnBrk="0" hangingPunct="1">
                <a:lnSpc>
                  <a:spcPct val="100000"/>
                </a:lnSpc>
                <a:spcBef>
                  <a:spcPts val="240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阿里巴巴普惠体 B" panose="00020600040101010101" pitchFamily="18" charset="-122"/>
                  <a:sym typeface="+mn-ea"/>
                </a:rPr>
                <a:t>开发者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  <a:sym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397000" y="4481845"/>
              <a:ext cx="3051609" cy="3468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阿里巴巴普惠体 L" panose="00020600040101010101" pitchFamily="18" charset="-122"/>
                </a:rPr>
                <a:t>选择效率提升约</a:t>
              </a:r>
              <a:r>
                <a:rPr lang="en-US" altLang="zh-CN" sz="1200" dirty="0">
                  <a:solidFill>
                    <a:srgbClr val="000000"/>
                  </a:solidFill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阿里巴巴普惠体 L" panose="00020600040101010101" pitchFamily="18" charset="-122"/>
                </a:rPr>
                <a:t>6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阿里巴巴普惠体 L" panose="00020600040101010101" pitchFamily="18" charset="-122"/>
                </a:rPr>
                <a:t>0%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阿里巴巴普惠体 L" panose="00020600040101010101" pitchFamily="18" charset="-122"/>
              </a:endParaRPr>
            </a:p>
          </p:txBody>
        </p:sp>
      </p:grpSp>
      <p:sp>
        <p:nvSpPr>
          <p:cNvPr id="20" name="矩形: 圆角 19"/>
          <p:cNvSpPr/>
          <p:nvPr/>
        </p:nvSpPr>
        <p:spPr>
          <a:xfrm>
            <a:off x="688686" y="4996600"/>
            <a:ext cx="3327317" cy="219491"/>
          </a:xfrm>
          <a:prstGeom prst="roundRect">
            <a:avLst>
              <a:gd name="adj" fmla="val 50000"/>
            </a:avLst>
          </a:prstGeom>
          <a:solidFill>
            <a:schemeClr val="accent1">
              <a:alpha val="11000"/>
            </a:schemeClr>
          </a:solidFill>
          <a:ln>
            <a:noFill/>
          </a:ln>
          <a:effectLst>
            <a:outerShdw blurRad="63500" sx="101000" sy="101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688686" y="4996600"/>
            <a:ext cx="1438497" cy="21515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004696" y="4923213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i="1" dirty="0">
                <a:solidFill>
                  <a:schemeClr val="accent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</a:rPr>
              <a:t>40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</a:rPr>
              <a:t>%</a:t>
            </a:r>
            <a:endParaRPr kumimoji="0" lang="zh-CN" altLang="en-US" sz="2000" b="0" i="1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88685" y="4546727"/>
            <a:ext cx="2628086" cy="503706"/>
            <a:chOff x="1397000" y="4243844"/>
            <a:chExt cx="3051609" cy="584879"/>
          </a:xfrm>
        </p:grpSpPr>
        <p:sp>
          <p:nvSpPr>
            <p:cNvPr id="24" name="矩形 23"/>
            <p:cNvSpPr/>
            <p:nvPr>
              <p:custDataLst>
                <p:tags r:id="rId4"/>
              </p:custDataLst>
            </p:nvPr>
          </p:nvSpPr>
          <p:spPr>
            <a:xfrm>
              <a:off x="1494633" y="4243844"/>
              <a:ext cx="476501" cy="285900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83945" rtl="0" eaLnBrk="1" fontAlgn="ctr" latinLnBrk="0" hangingPunct="1">
                <a:lnSpc>
                  <a:spcPct val="100000"/>
                </a:lnSpc>
                <a:spcBef>
                  <a:spcPts val="240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/>
              </a:pPr>
              <a:r>
                <a:rPr lang="zh-CN" altLang="en-US" sz="1600" kern="0" dirty="0">
                  <a:solidFill>
                    <a:schemeClr val="accent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阿里巴巴普惠体 B" panose="00020600040101010101" pitchFamily="18" charset="-122"/>
                  <a:sym typeface="+mn-ea"/>
                </a:rPr>
                <a:t>企业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  <a:sym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397000" y="4481845"/>
              <a:ext cx="3051609" cy="3468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阿里巴巴普惠体 L" panose="00020600040101010101" pitchFamily="18" charset="-122"/>
                </a:rPr>
                <a:t>选择周期缩短约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阿里巴巴普惠体 L" panose="00020600040101010101" pitchFamily="18" charset="-122"/>
                </a:rPr>
                <a:t>40%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阿里巴巴普惠体 L" panose="00020600040101010101" pitchFamily="18" charset="-122"/>
              </a:endParaRPr>
            </a:p>
          </p:txBody>
        </p:sp>
      </p:grpSp>
      <p:sp>
        <p:nvSpPr>
          <p:cNvPr id="26" name="矩形: 圆角 25"/>
          <p:cNvSpPr/>
          <p:nvPr/>
        </p:nvSpPr>
        <p:spPr>
          <a:xfrm>
            <a:off x="688686" y="5827287"/>
            <a:ext cx="3327317" cy="219491"/>
          </a:xfrm>
          <a:prstGeom prst="roundRect">
            <a:avLst>
              <a:gd name="adj" fmla="val 50000"/>
            </a:avLst>
          </a:prstGeom>
          <a:solidFill>
            <a:schemeClr val="accent1">
              <a:alpha val="11000"/>
            </a:schemeClr>
          </a:solidFill>
          <a:ln>
            <a:noFill/>
          </a:ln>
          <a:effectLst>
            <a:outerShdw blurRad="63500" sx="101000" sy="101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688686" y="5827287"/>
            <a:ext cx="615553" cy="24437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004696" y="5753900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i="1" dirty="0">
                <a:solidFill>
                  <a:schemeClr val="accent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</a:rPr>
              <a:t>10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</a:rPr>
              <a:t>%</a:t>
            </a:r>
            <a:endParaRPr kumimoji="0" lang="zh-CN" altLang="en-US" sz="2000" b="0" i="1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88685" y="5377411"/>
            <a:ext cx="2628086" cy="489344"/>
            <a:chOff x="1397000" y="4243844"/>
            <a:chExt cx="3051609" cy="568203"/>
          </a:xfrm>
        </p:grpSpPr>
        <p:sp>
          <p:nvSpPr>
            <p:cNvPr id="30" name="矩形 29"/>
            <p:cNvSpPr/>
            <p:nvPr>
              <p:custDataLst>
                <p:tags r:id="rId5"/>
              </p:custDataLst>
            </p:nvPr>
          </p:nvSpPr>
          <p:spPr>
            <a:xfrm>
              <a:off x="1494633" y="4243844"/>
              <a:ext cx="714751" cy="285900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83945" rtl="0" eaLnBrk="1" fontAlgn="ctr" latinLnBrk="0" hangingPunct="1">
                <a:lnSpc>
                  <a:spcPct val="100000"/>
                </a:lnSpc>
                <a:spcBef>
                  <a:spcPts val="240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阿里巴巴普惠体 B" panose="00020600040101010101" pitchFamily="18" charset="-122"/>
                  <a:sym typeface="+mn-ea"/>
                </a:rPr>
                <a:t>投资方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阿里巴巴普惠体 B" panose="00020600040101010101" pitchFamily="18" charset="-122"/>
                <a:sym typeface="+mn-ea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397000" y="4481846"/>
              <a:ext cx="3051609" cy="330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阿里巴巴普惠体 L" panose="00020600040101010101" pitchFamily="18" charset="-122"/>
                </a:rPr>
                <a:t>回报周期缩短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  <a:cs typeface="阿里巴巴普惠体 L" panose="00020600040101010101" pitchFamily="18" charset="-122"/>
                </a:rPr>
                <a:t>10%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阿里巴巴普惠体 L" panose="00020600040101010101" pitchFamily="18" charset="-122"/>
              </a:endParaRPr>
            </a:p>
          </p:txBody>
        </p:sp>
      </p:grpSp>
      <p:sp>
        <p:nvSpPr>
          <p:cNvPr id="36" name="任意多边形: 形状 35"/>
          <p:cNvSpPr/>
          <p:nvPr/>
        </p:nvSpPr>
        <p:spPr bwMode="auto">
          <a:xfrm>
            <a:off x="4747654" y="3345140"/>
            <a:ext cx="230216" cy="257168"/>
          </a:xfrm>
          <a:custGeom>
            <a:avLst/>
            <a:gdLst>
              <a:gd name="T0" fmla="*/ 2147483647 w 5034"/>
              <a:gd name="T1" fmla="*/ 0 h 1908"/>
              <a:gd name="T2" fmla="*/ 2147483647 w 5034"/>
              <a:gd name="T3" fmla="*/ 2147483647 h 1908"/>
              <a:gd name="T4" fmla="*/ 2147483647 w 5034"/>
              <a:gd name="T5" fmla="*/ 2147483647 h 1908"/>
              <a:gd name="T6" fmla="*/ 0 w 5034"/>
              <a:gd name="T7" fmla="*/ 2147483647 h 1908"/>
              <a:gd name="T8" fmla="*/ 2147483647 w 5034"/>
              <a:gd name="T9" fmla="*/ 2147483647 h 1908"/>
              <a:gd name="T10" fmla="*/ 2147483647 w 5034"/>
              <a:gd name="T11" fmla="*/ 2147483647 h 1908"/>
              <a:gd name="T12" fmla="*/ 2147483647 w 5034"/>
              <a:gd name="T13" fmla="*/ 2147483647 h 1908"/>
              <a:gd name="T14" fmla="*/ 2147483647 w 5034"/>
              <a:gd name="T15" fmla="*/ 0 h 19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034"/>
              <a:gd name="T25" fmla="*/ 0 h 1908"/>
              <a:gd name="T26" fmla="*/ 5034 w 5034"/>
              <a:gd name="T27" fmla="*/ 1908 h 1908"/>
              <a:gd name="connsiteX0" fmla="*/ 4970 w 8536"/>
              <a:gd name="connsiteY0" fmla="*/ 0 h 10000"/>
              <a:gd name="connsiteX1" fmla="*/ 2910 w 8536"/>
              <a:gd name="connsiteY1" fmla="*/ 2007 h 10000"/>
              <a:gd name="connsiteX2" fmla="*/ 3542 w 8536"/>
              <a:gd name="connsiteY2" fmla="*/ 2007 h 10000"/>
              <a:gd name="connsiteX3" fmla="*/ 0 w 8536"/>
              <a:gd name="connsiteY3" fmla="*/ 10000 h 10000"/>
              <a:gd name="connsiteX4" fmla="*/ 8536 w 8536"/>
              <a:gd name="connsiteY4" fmla="*/ 6591 h 10000"/>
              <a:gd name="connsiteX5" fmla="*/ 6414 w 8536"/>
              <a:gd name="connsiteY5" fmla="*/ 2007 h 10000"/>
              <a:gd name="connsiteX6" fmla="*/ 7177 w 8536"/>
              <a:gd name="connsiteY6" fmla="*/ 2070 h 10000"/>
              <a:gd name="connsiteX7" fmla="*/ 4970 w 8536"/>
              <a:gd name="connsiteY7" fmla="*/ 0 h 10000"/>
              <a:gd name="connsiteX0-1" fmla="*/ 4668 w 8846"/>
              <a:gd name="connsiteY0-2" fmla="*/ 0 h 6591"/>
              <a:gd name="connsiteX1-3" fmla="*/ 2255 w 8846"/>
              <a:gd name="connsiteY1-4" fmla="*/ 2007 h 6591"/>
              <a:gd name="connsiteX2-5" fmla="*/ 2995 w 8846"/>
              <a:gd name="connsiteY2-6" fmla="*/ 2007 h 6591"/>
              <a:gd name="connsiteX3-7" fmla="*/ 0 w 8846"/>
              <a:gd name="connsiteY3-8" fmla="*/ 6504 h 6591"/>
              <a:gd name="connsiteX4-9" fmla="*/ 8846 w 8846"/>
              <a:gd name="connsiteY4-10" fmla="*/ 6591 h 6591"/>
              <a:gd name="connsiteX5-11" fmla="*/ 6360 w 8846"/>
              <a:gd name="connsiteY5-12" fmla="*/ 2007 h 6591"/>
              <a:gd name="connsiteX6-13" fmla="*/ 7254 w 8846"/>
              <a:gd name="connsiteY6-14" fmla="*/ 2070 h 6591"/>
              <a:gd name="connsiteX7-15" fmla="*/ 4668 w 8846"/>
              <a:gd name="connsiteY7-16" fmla="*/ 0 h 6591"/>
              <a:gd name="connsiteX0-17" fmla="*/ 5277 w 10000"/>
              <a:gd name="connsiteY0-18" fmla="*/ 0 h 10000"/>
              <a:gd name="connsiteX1-19" fmla="*/ 2549 w 10000"/>
              <a:gd name="connsiteY1-20" fmla="*/ 3045 h 10000"/>
              <a:gd name="connsiteX2-21" fmla="*/ 3386 w 10000"/>
              <a:gd name="connsiteY2-22" fmla="*/ 3045 h 10000"/>
              <a:gd name="connsiteX3-23" fmla="*/ 0 w 10000"/>
              <a:gd name="connsiteY3-24" fmla="*/ 9868 h 10000"/>
              <a:gd name="connsiteX4-25" fmla="*/ 10000 w 10000"/>
              <a:gd name="connsiteY4-26" fmla="*/ 10000 h 10000"/>
              <a:gd name="connsiteX5-27" fmla="*/ 7190 w 10000"/>
              <a:gd name="connsiteY5-28" fmla="*/ 3045 h 10000"/>
              <a:gd name="connsiteX6-29" fmla="*/ 8200 w 10000"/>
              <a:gd name="connsiteY6-30" fmla="*/ 3141 h 10000"/>
              <a:gd name="connsiteX7-31" fmla="*/ 5277 w 10000"/>
              <a:gd name="connsiteY7-32" fmla="*/ 0 h 10000"/>
              <a:gd name="connsiteX0-33" fmla="*/ 5277 w 10000"/>
              <a:gd name="connsiteY0-34" fmla="*/ 0 h 10000"/>
              <a:gd name="connsiteX1-35" fmla="*/ 2549 w 10000"/>
              <a:gd name="connsiteY1-36" fmla="*/ 3045 h 10000"/>
              <a:gd name="connsiteX2-37" fmla="*/ 3386 w 10000"/>
              <a:gd name="connsiteY2-38" fmla="*/ 3045 h 10000"/>
              <a:gd name="connsiteX3-39" fmla="*/ 0 w 10000"/>
              <a:gd name="connsiteY3-40" fmla="*/ 9868 h 10000"/>
              <a:gd name="connsiteX4-41" fmla="*/ 10000 w 10000"/>
              <a:gd name="connsiteY4-42" fmla="*/ 10000 h 10000"/>
              <a:gd name="connsiteX5-43" fmla="*/ 7190 w 10000"/>
              <a:gd name="connsiteY5-44" fmla="*/ 3045 h 10000"/>
              <a:gd name="connsiteX6-45" fmla="*/ 8200 w 10000"/>
              <a:gd name="connsiteY6-46" fmla="*/ 3141 h 10000"/>
              <a:gd name="connsiteX7-47" fmla="*/ 5277 w 10000"/>
              <a:gd name="connsiteY7-48" fmla="*/ 0 h 10000"/>
              <a:gd name="connsiteX0-49" fmla="*/ 5277 w 10000"/>
              <a:gd name="connsiteY0-50" fmla="*/ 0 h 10000"/>
              <a:gd name="connsiteX1-51" fmla="*/ 2549 w 10000"/>
              <a:gd name="connsiteY1-52" fmla="*/ 3045 h 10000"/>
              <a:gd name="connsiteX2-53" fmla="*/ 3922 w 10000"/>
              <a:gd name="connsiteY2-54" fmla="*/ 3125 h 10000"/>
              <a:gd name="connsiteX3-55" fmla="*/ 0 w 10000"/>
              <a:gd name="connsiteY3-56" fmla="*/ 9868 h 10000"/>
              <a:gd name="connsiteX4-57" fmla="*/ 10000 w 10000"/>
              <a:gd name="connsiteY4-58" fmla="*/ 10000 h 10000"/>
              <a:gd name="connsiteX5-59" fmla="*/ 7190 w 10000"/>
              <a:gd name="connsiteY5-60" fmla="*/ 3045 h 10000"/>
              <a:gd name="connsiteX6-61" fmla="*/ 8200 w 10000"/>
              <a:gd name="connsiteY6-62" fmla="*/ 3141 h 10000"/>
              <a:gd name="connsiteX7-63" fmla="*/ 5277 w 10000"/>
              <a:gd name="connsiteY7-64" fmla="*/ 0 h 10000"/>
              <a:gd name="connsiteX0-65" fmla="*/ 5277 w 10000"/>
              <a:gd name="connsiteY0-66" fmla="*/ 0 h 10000"/>
              <a:gd name="connsiteX1-67" fmla="*/ 2549 w 10000"/>
              <a:gd name="connsiteY1-68" fmla="*/ 3045 h 10000"/>
              <a:gd name="connsiteX2-69" fmla="*/ 3922 w 10000"/>
              <a:gd name="connsiteY2-70" fmla="*/ 3258 h 10000"/>
              <a:gd name="connsiteX3-71" fmla="*/ 0 w 10000"/>
              <a:gd name="connsiteY3-72" fmla="*/ 9868 h 10000"/>
              <a:gd name="connsiteX4-73" fmla="*/ 10000 w 10000"/>
              <a:gd name="connsiteY4-74" fmla="*/ 10000 h 10000"/>
              <a:gd name="connsiteX5-75" fmla="*/ 7190 w 10000"/>
              <a:gd name="connsiteY5-76" fmla="*/ 3045 h 10000"/>
              <a:gd name="connsiteX6-77" fmla="*/ 8200 w 10000"/>
              <a:gd name="connsiteY6-78" fmla="*/ 3141 h 10000"/>
              <a:gd name="connsiteX7-79" fmla="*/ 5277 w 10000"/>
              <a:gd name="connsiteY7-80" fmla="*/ 0 h 10000"/>
              <a:gd name="connsiteX0-81" fmla="*/ 5277 w 10000"/>
              <a:gd name="connsiteY0-82" fmla="*/ 0 h 10000"/>
              <a:gd name="connsiteX1-83" fmla="*/ 2549 w 10000"/>
              <a:gd name="connsiteY1-84" fmla="*/ 3045 h 10000"/>
              <a:gd name="connsiteX2-85" fmla="*/ 3922 w 10000"/>
              <a:gd name="connsiteY2-86" fmla="*/ 3258 h 10000"/>
              <a:gd name="connsiteX3-87" fmla="*/ 0 w 10000"/>
              <a:gd name="connsiteY3-88" fmla="*/ 9868 h 10000"/>
              <a:gd name="connsiteX4-89" fmla="*/ 10000 w 10000"/>
              <a:gd name="connsiteY4-90" fmla="*/ 10000 h 10000"/>
              <a:gd name="connsiteX5-91" fmla="*/ 7190 w 10000"/>
              <a:gd name="connsiteY5-92" fmla="*/ 3045 h 10000"/>
              <a:gd name="connsiteX6-93" fmla="*/ 8200 w 10000"/>
              <a:gd name="connsiteY6-94" fmla="*/ 3141 h 10000"/>
              <a:gd name="connsiteX7-95" fmla="*/ 5277 w 10000"/>
              <a:gd name="connsiteY7-96" fmla="*/ 0 h 10000"/>
              <a:gd name="connsiteX0-97" fmla="*/ 5277 w 10000"/>
              <a:gd name="connsiteY0-98" fmla="*/ 0 h 10000"/>
              <a:gd name="connsiteX1-99" fmla="*/ 2549 w 10000"/>
              <a:gd name="connsiteY1-100" fmla="*/ 3045 h 10000"/>
              <a:gd name="connsiteX2-101" fmla="*/ 3922 w 10000"/>
              <a:gd name="connsiteY2-102" fmla="*/ 3258 h 10000"/>
              <a:gd name="connsiteX3-103" fmla="*/ 0 w 10000"/>
              <a:gd name="connsiteY3-104" fmla="*/ 9868 h 10000"/>
              <a:gd name="connsiteX4-105" fmla="*/ 10000 w 10000"/>
              <a:gd name="connsiteY4-106" fmla="*/ 10000 h 10000"/>
              <a:gd name="connsiteX5-107" fmla="*/ 7190 w 10000"/>
              <a:gd name="connsiteY5-108" fmla="*/ 3045 h 10000"/>
              <a:gd name="connsiteX6-109" fmla="*/ 8200 w 10000"/>
              <a:gd name="connsiteY6-110" fmla="*/ 3141 h 10000"/>
              <a:gd name="connsiteX7-111" fmla="*/ 5277 w 10000"/>
              <a:gd name="connsiteY7-112" fmla="*/ 0 h 10000"/>
              <a:gd name="connsiteX0-113" fmla="*/ 5277 w 10000"/>
              <a:gd name="connsiteY0-114" fmla="*/ 0 h 10000"/>
              <a:gd name="connsiteX1-115" fmla="*/ 2549 w 10000"/>
              <a:gd name="connsiteY1-116" fmla="*/ 3045 h 10000"/>
              <a:gd name="connsiteX2-117" fmla="*/ 3922 w 10000"/>
              <a:gd name="connsiteY2-118" fmla="*/ 3258 h 10000"/>
              <a:gd name="connsiteX3-119" fmla="*/ 0 w 10000"/>
              <a:gd name="connsiteY3-120" fmla="*/ 9868 h 10000"/>
              <a:gd name="connsiteX4-121" fmla="*/ 10000 w 10000"/>
              <a:gd name="connsiteY4-122" fmla="*/ 10000 h 10000"/>
              <a:gd name="connsiteX5-123" fmla="*/ 7190 w 10000"/>
              <a:gd name="connsiteY5-124" fmla="*/ 3045 h 10000"/>
              <a:gd name="connsiteX6-125" fmla="*/ 8200 w 10000"/>
              <a:gd name="connsiteY6-126" fmla="*/ 3141 h 10000"/>
              <a:gd name="connsiteX7-127" fmla="*/ 5277 w 10000"/>
              <a:gd name="connsiteY7-128" fmla="*/ 0 h 10000"/>
              <a:gd name="connsiteX0-129" fmla="*/ 5277 w 10000"/>
              <a:gd name="connsiteY0-130" fmla="*/ 0 h 10000"/>
              <a:gd name="connsiteX1-131" fmla="*/ 2549 w 10000"/>
              <a:gd name="connsiteY1-132" fmla="*/ 3045 h 10000"/>
              <a:gd name="connsiteX2-133" fmla="*/ 3922 w 10000"/>
              <a:gd name="connsiteY2-134" fmla="*/ 3258 h 10000"/>
              <a:gd name="connsiteX3-135" fmla="*/ 0 w 10000"/>
              <a:gd name="connsiteY3-136" fmla="*/ 9868 h 10000"/>
              <a:gd name="connsiteX4-137" fmla="*/ 10000 w 10000"/>
              <a:gd name="connsiteY4-138" fmla="*/ 10000 h 10000"/>
              <a:gd name="connsiteX5-139" fmla="*/ 7190 w 10000"/>
              <a:gd name="connsiteY5-140" fmla="*/ 3045 h 10000"/>
              <a:gd name="connsiteX6-141" fmla="*/ 8200 w 10000"/>
              <a:gd name="connsiteY6-142" fmla="*/ 3141 h 10000"/>
              <a:gd name="connsiteX7-143" fmla="*/ 5277 w 10000"/>
              <a:gd name="connsiteY7-144" fmla="*/ 0 h 10000"/>
              <a:gd name="connsiteX0-145" fmla="*/ 5277 w 10000"/>
              <a:gd name="connsiteY0-146" fmla="*/ 0 h 10000"/>
              <a:gd name="connsiteX1-147" fmla="*/ 2549 w 10000"/>
              <a:gd name="connsiteY1-148" fmla="*/ 3045 h 10000"/>
              <a:gd name="connsiteX2-149" fmla="*/ 3753 w 10000"/>
              <a:gd name="connsiteY2-150" fmla="*/ 3019 h 10000"/>
              <a:gd name="connsiteX3-151" fmla="*/ 0 w 10000"/>
              <a:gd name="connsiteY3-152" fmla="*/ 9868 h 10000"/>
              <a:gd name="connsiteX4-153" fmla="*/ 10000 w 10000"/>
              <a:gd name="connsiteY4-154" fmla="*/ 10000 h 10000"/>
              <a:gd name="connsiteX5-155" fmla="*/ 7190 w 10000"/>
              <a:gd name="connsiteY5-156" fmla="*/ 3045 h 10000"/>
              <a:gd name="connsiteX6-157" fmla="*/ 8200 w 10000"/>
              <a:gd name="connsiteY6-158" fmla="*/ 3141 h 10000"/>
              <a:gd name="connsiteX7-159" fmla="*/ 5277 w 10000"/>
              <a:gd name="connsiteY7-160" fmla="*/ 0 h 10000"/>
              <a:gd name="connsiteX0-161" fmla="*/ 5277 w 10000"/>
              <a:gd name="connsiteY0-162" fmla="*/ 0 h 10000"/>
              <a:gd name="connsiteX1-163" fmla="*/ 2549 w 10000"/>
              <a:gd name="connsiteY1-164" fmla="*/ 3045 h 10000"/>
              <a:gd name="connsiteX2-165" fmla="*/ 4007 w 10000"/>
              <a:gd name="connsiteY2-166" fmla="*/ 3046 h 10000"/>
              <a:gd name="connsiteX3-167" fmla="*/ 0 w 10000"/>
              <a:gd name="connsiteY3-168" fmla="*/ 9868 h 10000"/>
              <a:gd name="connsiteX4-169" fmla="*/ 10000 w 10000"/>
              <a:gd name="connsiteY4-170" fmla="*/ 10000 h 10000"/>
              <a:gd name="connsiteX5-171" fmla="*/ 7190 w 10000"/>
              <a:gd name="connsiteY5-172" fmla="*/ 3045 h 10000"/>
              <a:gd name="connsiteX6-173" fmla="*/ 8200 w 10000"/>
              <a:gd name="connsiteY6-174" fmla="*/ 3141 h 10000"/>
              <a:gd name="connsiteX7-175" fmla="*/ 5277 w 10000"/>
              <a:gd name="connsiteY7-176" fmla="*/ 0 h 10000"/>
              <a:gd name="connsiteX0-177" fmla="*/ 5390 w 10000"/>
              <a:gd name="connsiteY0-178" fmla="*/ 0 h 10769"/>
              <a:gd name="connsiteX1-179" fmla="*/ 2549 w 10000"/>
              <a:gd name="connsiteY1-180" fmla="*/ 3814 h 10769"/>
              <a:gd name="connsiteX2-181" fmla="*/ 4007 w 10000"/>
              <a:gd name="connsiteY2-182" fmla="*/ 3815 h 10769"/>
              <a:gd name="connsiteX3-183" fmla="*/ 0 w 10000"/>
              <a:gd name="connsiteY3-184" fmla="*/ 10637 h 10769"/>
              <a:gd name="connsiteX4-185" fmla="*/ 10000 w 10000"/>
              <a:gd name="connsiteY4-186" fmla="*/ 10769 h 10769"/>
              <a:gd name="connsiteX5-187" fmla="*/ 7190 w 10000"/>
              <a:gd name="connsiteY5-188" fmla="*/ 3814 h 10769"/>
              <a:gd name="connsiteX6-189" fmla="*/ 8200 w 10000"/>
              <a:gd name="connsiteY6-190" fmla="*/ 3910 h 10769"/>
              <a:gd name="connsiteX7-191" fmla="*/ 5390 w 10000"/>
              <a:gd name="connsiteY7-192" fmla="*/ 0 h 10769"/>
              <a:gd name="connsiteX0-193" fmla="*/ 5390 w 10000"/>
              <a:gd name="connsiteY0-194" fmla="*/ 0 h 10769"/>
              <a:gd name="connsiteX1-195" fmla="*/ 2549 w 10000"/>
              <a:gd name="connsiteY1-196" fmla="*/ 3814 h 10769"/>
              <a:gd name="connsiteX2-197" fmla="*/ 4007 w 10000"/>
              <a:gd name="connsiteY2-198" fmla="*/ 3815 h 10769"/>
              <a:gd name="connsiteX3-199" fmla="*/ 0 w 10000"/>
              <a:gd name="connsiteY3-200" fmla="*/ 10637 h 10769"/>
              <a:gd name="connsiteX4-201" fmla="*/ 10000 w 10000"/>
              <a:gd name="connsiteY4-202" fmla="*/ 10769 h 10769"/>
              <a:gd name="connsiteX5-203" fmla="*/ 6880 w 10000"/>
              <a:gd name="connsiteY5-204" fmla="*/ 3867 h 10769"/>
              <a:gd name="connsiteX6-205" fmla="*/ 8200 w 10000"/>
              <a:gd name="connsiteY6-206" fmla="*/ 3910 h 10769"/>
              <a:gd name="connsiteX7-207" fmla="*/ 5390 w 10000"/>
              <a:gd name="connsiteY7-208" fmla="*/ 0 h 107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000" h="10769">
                <a:moveTo>
                  <a:pt x="5390" y="0"/>
                </a:moveTo>
                <a:lnTo>
                  <a:pt x="2549" y="3814"/>
                </a:lnTo>
                <a:lnTo>
                  <a:pt x="4007" y="3815"/>
                </a:lnTo>
                <a:cubicBezTo>
                  <a:pt x="3259" y="6189"/>
                  <a:pt x="2659" y="7554"/>
                  <a:pt x="0" y="10637"/>
                </a:cubicBezTo>
                <a:lnTo>
                  <a:pt x="10000" y="10769"/>
                </a:lnTo>
                <a:cubicBezTo>
                  <a:pt x="7963" y="8133"/>
                  <a:pt x="6999" y="5495"/>
                  <a:pt x="6880" y="3867"/>
                </a:cubicBezTo>
                <a:lnTo>
                  <a:pt x="8200" y="3910"/>
                </a:lnTo>
                <a:lnTo>
                  <a:pt x="5390" y="0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1"/>
              </a:gs>
            </a:gsLst>
            <a:lin ang="16200000" scaled="1"/>
          </a:gradFill>
          <a:ln w="12700">
            <a:noFill/>
          </a:ln>
          <a:effectLst>
            <a:outerShdw blurRad="571500" dist="165100" dir="5400000" sy="-23000" kx="-800400" algn="bl" rotWithShape="0">
              <a:prstClr val="black">
                <a:alpha val="8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4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+mn-lt"/>
              </a:rPr>
              <a:t>                    </a:t>
            </a:r>
            <a:endParaRPr kumimoji="0" lang="zh-CN" altLang="en-US" sz="214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+mn-lt"/>
            </a:endParaRPr>
          </a:p>
        </p:txBody>
      </p:sp>
      <p:sp>
        <p:nvSpPr>
          <p:cNvPr id="37" name="任意多边形: 形状 36"/>
          <p:cNvSpPr/>
          <p:nvPr/>
        </p:nvSpPr>
        <p:spPr bwMode="auto">
          <a:xfrm>
            <a:off x="4747654" y="4145240"/>
            <a:ext cx="230216" cy="257168"/>
          </a:xfrm>
          <a:custGeom>
            <a:avLst/>
            <a:gdLst>
              <a:gd name="T0" fmla="*/ 2147483647 w 5034"/>
              <a:gd name="T1" fmla="*/ 0 h 1908"/>
              <a:gd name="T2" fmla="*/ 2147483647 w 5034"/>
              <a:gd name="T3" fmla="*/ 2147483647 h 1908"/>
              <a:gd name="T4" fmla="*/ 2147483647 w 5034"/>
              <a:gd name="T5" fmla="*/ 2147483647 h 1908"/>
              <a:gd name="T6" fmla="*/ 0 w 5034"/>
              <a:gd name="T7" fmla="*/ 2147483647 h 1908"/>
              <a:gd name="T8" fmla="*/ 2147483647 w 5034"/>
              <a:gd name="T9" fmla="*/ 2147483647 h 1908"/>
              <a:gd name="T10" fmla="*/ 2147483647 w 5034"/>
              <a:gd name="T11" fmla="*/ 2147483647 h 1908"/>
              <a:gd name="T12" fmla="*/ 2147483647 w 5034"/>
              <a:gd name="T13" fmla="*/ 2147483647 h 1908"/>
              <a:gd name="T14" fmla="*/ 2147483647 w 5034"/>
              <a:gd name="T15" fmla="*/ 0 h 19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034"/>
              <a:gd name="T25" fmla="*/ 0 h 1908"/>
              <a:gd name="T26" fmla="*/ 5034 w 5034"/>
              <a:gd name="T27" fmla="*/ 1908 h 1908"/>
              <a:gd name="connsiteX0" fmla="*/ 4970 w 8536"/>
              <a:gd name="connsiteY0" fmla="*/ 0 h 10000"/>
              <a:gd name="connsiteX1" fmla="*/ 2910 w 8536"/>
              <a:gd name="connsiteY1" fmla="*/ 2007 h 10000"/>
              <a:gd name="connsiteX2" fmla="*/ 3542 w 8536"/>
              <a:gd name="connsiteY2" fmla="*/ 2007 h 10000"/>
              <a:gd name="connsiteX3" fmla="*/ 0 w 8536"/>
              <a:gd name="connsiteY3" fmla="*/ 10000 h 10000"/>
              <a:gd name="connsiteX4" fmla="*/ 8536 w 8536"/>
              <a:gd name="connsiteY4" fmla="*/ 6591 h 10000"/>
              <a:gd name="connsiteX5" fmla="*/ 6414 w 8536"/>
              <a:gd name="connsiteY5" fmla="*/ 2007 h 10000"/>
              <a:gd name="connsiteX6" fmla="*/ 7177 w 8536"/>
              <a:gd name="connsiteY6" fmla="*/ 2070 h 10000"/>
              <a:gd name="connsiteX7" fmla="*/ 4970 w 8536"/>
              <a:gd name="connsiteY7" fmla="*/ 0 h 10000"/>
              <a:gd name="connsiteX0-1" fmla="*/ 4668 w 8846"/>
              <a:gd name="connsiteY0-2" fmla="*/ 0 h 6591"/>
              <a:gd name="connsiteX1-3" fmla="*/ 2255 w 8846"/>
              <a:gd name="connsiteY1-4" fmla="*/ 2007 h 6591"/>
              <a:gd name="connsiteX2-5" fmla="*/ 2995 w 8846"/>
              <a:gd name="connsiteY2-6" fmla="*/ 2007 h 6591"/>
              <a:gd name="connsiteX3-7" fmla="*/ 0 w 8846"/>
              <a:gd name="connsiteY3-8" fmla="*/ 6504 h 6591"/>
              <a:gd name="connsiteX4-9" fmla="*/ 8846 w 8846"/>
              <a:gd name="connsiteY4-10" fmla="*/ 6591 h 6591"/>
              <a:gd name="connsiteX5-11" fmla="*/ 6360 w 8846"/>
              <a:gd name="connsiteY5-12" fmla="*/ 2007 h 6591"/>
              <a:gd name="connsiteX6-13" fmla="*/ 7254 w 8846"/>
              <a:gd name="connsiteY6-14" fmla="*/ 2070 h 6591"/>
              <a:gd name="connsiteX7-15" fmla="*/ 4668 w 8846"/>
              <a:gd name="connsiteY7-16" fmla="*/ 0 h 6591"/>
              <a:gd name="connsiteX0-17" fmla="*/ 5277 w 10000"/>
              <a:gd name="connsiteY0-18" fmla="*/ 0 h 10000"/>
              <a:gd name="connsiteX1-19" fmla="*/ 2549 w 10000"/>
              <a:gd name="connsiteY1-20" fmla="*/ 3045 h 10000"/>
              <a:gd name="connsiteX2-21" fmla="*/ 3386 w 10000"/>
              <a:gd name="connsiteY2-22" fmla="*/ 3045 h 10000"/>
              <a:gd name="connsiteX3-23" fmla="*/ 0 w 10000"/>
              <a:gd name="connsiteY3-24" fmla="*/ 9868 h 10000"/>
              <a:gd name="connsiteX4-25" fmla="*/ 10000 w 10000"/>
              <a:gd name="connsiteY4-26" fmla="*/ 10000 h 10000"/>
              <a:gd name="connsiteX5-27" fmla="*/ 7190 w 10000"/>
              <a:gd name="connsiteY5-28" fmla="*/ 3045 h 10000"/>
              <a:gd name="connsiteX6-29" fmla="*/ 8200 w 10000"/>
              <a:gd name="connsiteY6-30" fmla="*/ 3141 h 10000"/>
              <a:gd name="connsiteX7-31" fmla="*/ 5277 w 10000"/>
              <a:gd name="connsiteY7-32" fmla="*/ 0 h 10000"/>
              <a:gd name="connsiteX0-33" fmla="*/ 5277 w 10000"/>
              <a:gd name="connsiteY0-34" fmla="*/ 0 h 10000"/>
              <a:gd name="connsiteX1-35" fmla="*/ 2549 w 10000"/>
              <a:gd name="connsiteY1-36" fmla="*/ 3045 h 10000"/>
              <a:gd name="connsiteX2-37" fmla="*/ 3386 w 10000"/>
              <a:gd name="connsiteY2-38" fmla="*/ 3045 h 10000"/>
              <a:gd name="connsiteX3-39" fmla="*/ 0 w 10000"/>
              <a:gd name="connsiteY3-40" fmla="*/ 9868 h 10000"/>
              <a:gd name="connsiteX4-41" fmla="*/ 10000 w 10000"/>
              <a:gd name="connsiteY4-42" fmla="*/ 10000 h 10000"/>
              <a:gd name="connsiteX5-43" fmla="*/ 7190 w 10000"/>
              <a:gd name="connsiteY5-44" fmla="*/ 3045 h 10000"/>
              <a:gd name="connsiteX6-45" fmla="*/ 8200 w 10000"/>
              <a:gd name="connsiteY6-46" fmla="*/ 3141 h 10000"/>
              <a:gd name="connsiteX7-47" fmla="*/ 5277 w 10000"/>
              <a:gd name="connsiteY7-48" fmla="*/ 0 h 10000"/>
              <a:gd name="connsiteX0-49" fmla="*/ 5277 w 10000"/>
              <a:gd name="connsiteY0-50" fmla="*/ 0 h 10000"/>
              <a:gd name="connsiteX1-51" fmla="*/ 2549 w 10000"/>
              <a:gd name="connsiteY1-52" fmla="*/ 3045 h 10000"/>
              <a:gd name="connsiteX2-53" fmla="*/ 3922 w 10000"/>
              <a:gd name="connsiteY2-54" fmla="*/ 3125 h 10000"/>
              <a:gd name="connsiteX3-55" fmla="*/ 0 w 10000"/>
              <a:gd name="connsiteY3-56" fmla="*/ 9868 h 10000"/>
              <a:gd name="connsiteX4-57" fmla="*/ 10000 w 10000"/>
              <a:gd name="connsiteY4-58" fmla="*/ 10000 h 10000"/>
              <a:gd name="connsiteX5-59" fmla="*/ 7190 w 10000"/>
              <a:gd name="connsiteY5-60" fmla="*/ 3045 h 10000"/>
              <a:gd name="connsiteX6-61" fmla="*/ 8200 w 10000"/>
              <a:gd name="connsiteY6-62" fmla="*/ 3141 h 10000"/>
              <a:gd name="connsiteX7-63" fmla="*/ 5277 w 10000"/>
              <a:gd name="connsiteY7-64" fmla="*/ 0 h 10000"/>
              <a:gd name="connsiteX0-65" fmla="*/ 5277 w 10000"/>
              <a:gd name="connsiteY0-66" fmla="*/ 0 h 10000"/>
              <a:gd name="connsiteX1-67" fmla="*/ 2549 w 10000"/>
              <a:gd name="connsiteY1-68" fmla="*/ 3045 h 10000"/>
              <a:gd name="connsiteX2-69" fmla="*/ 3922 w 10000"/>
              <a:gd name="connsiteY2-70" fmla="*/ 3258 h 10000"/>
              <a:gd name="connsiteX3-71" fmla="*/ 0 w 10000"/>
              <a:gd name="connsiteY3-72" fmla="*/ 9868 h 10000"/>
              <a:gd name="connsiteX4-73" fmla="*/ 10000 w 10000"/>
              <a:gd name="connsiteY4-74" fmla="*/ 10000 h 10000"/>
              <a:gd name="connsiteX5-75" fmla="*/ 7190 w 10000"/>
              <a:gd name="connsiteY5-76" fmla="*/ 3045 h 10000"/>
              <a:gd name="connsiteX6-77" fmla="*/ 8200 w 10000"/>
              <a:gd name="connsiteY6-78" fmla="*/ 3141 h 10000"/>
              <a:gd name="connsiteX7-79" fmla="*/ 5277 w 10000"/>
              <a:gd name="connsiteY7-80" fmla="*/ 0 h 10000"/>
              <a:gd name="connsiteX0-81" fmla="*/ 5277 w 10000"/>
              <a:gd name="connsiteY0-82" fmla="*/ 0 h 10000"/>
              <a:gd name="connsiteX1-83" fmla="*/ 2549 w 10000"/>
              <a:gd name="connsiteY1-84" fmla="*/ 3045 h 10000"/>
              <a:gd name="connsiteX2-85" fmla="*/ 3922 w 10000"/>
              <a:gd name="connsiteY2-86" fmla="*/ 3258 h 10000"/>
              <a:gd name="connsiteX3-87" fmla="*/ 0 w 10000"/>
              <a:gd name="connsiteY3-88" fmla="*/ 9868 h 10000"/>
              <a:gd name="connsiteX4-89" fmla="*/ 10000 w 10000"/>
              <a:gd name="connsiteY4-90" fmla="*/ 10000 h 10000"/>
              <a:gd name="connsiteX5-91" fmla="*/ 7190 w 10000"/>
              <a:gd name="connsiteY5-92" fmla="*/ 3045 h 10000"/>
              <a:gd name="connsiteX6-93" fmla="*/ 8200 w 10000"/>
              <a:gd name="connsiteY6-94" fmla="*/ 3141 h 10000"/>
              <a:gd name="connsiteX7-95" fmla="*/ 5277 w 10000"/>
              <a:gd name="connsiteY7-96" fmla="*/ 0 h 10000"/>
              <a:gd name="connsiteX0-97" fmla="*/ 5277 w 10000"/>
              <a:gd name="connsiteY0-98" fmla="*/ 0 h 10000"/>
              <a:gd name="connsiteX1-99" fmla="*/ 2549 w 10000"/>
              <a:gd name="connsiteY1-100" fmla="*/ 3045 h 10000"/>
              <a:gd name="connsiteX2-101" fmla="*/ 3922 w 10000"/>
              <a:gd name="connsiteY2-102" fmla="*/ 3258 h 10000"/>
              <a:gd name="connsiteX3-103" fmla="*/ 0 w 10000"/>
              <a:gd name="connsiteY3-104" fmla="*/ 9868 h 10000"/>
              <a:gd name="connsiteX4-105" fmla="*/ 10000 w 10000"/>
              <a:gd name="connsiteY4-106" fmla="*/ 10000 h 10000"/>
              <a:gd name="connsiteX5-107" fmla="*/ 7190 w 10000"/>
              <a:gd name="connsiteY5-108" fmla="*/ 3045 h 10000"/>
              <a:gd name="connsiteX6-109" fmla="*/ 8200 w 10000"/>
              <a:gd name="connsiteY6-110" fmla="*/ 3141 h 10000"/>
              <a:gd name="connsiteX7-111" fmla="*/ 5277 w 10000"/>
              <a:gd name="connsiteY7-112" fmla="*/ 0 h 10000"/>
              <a:gd name="connsiteX0-113" fmla="*/ 5277 w 10000"/>
              <a:gd name="connsiteY0-114" fmla="*/ 0 h 10000"/>
              <a:gd name="connsiteX1-115" fmla="*/ 2549 w 10000"/>
              <a:gd name="connsiteY1-116" fmla="*/ 3045 h 10000"/>
              <a:gd name="connsiteX2-117" fmla="*/ 3922 w 10000"/>
              <a:gd name="connsiteY2-118" fmla="*/ 3258 h 10000"/>
              <a:gd name="connsiteX3-119" fmla="*/ 0 w 10000"/>
              <a:gd name="connsiteY3-120" fmla="*/ 9868 h 10000"/>
              <a:gd name="connsiteX4-121" fmla="*/ 10000 w 10000"/>
              <a:gd name="connsiteY4-122" fmla="*/ 10000 h 10000"/>
              <a:gd name="connsiteX5-123" fmla="*/ 7190 w 10000"/>
              <a:gd name="connsiteY5-124" fmla="*/ 3045 h 10000"/>
              <a:gd name="connsiteX6-125" fmla="*/ 8200 w 10000"/>
              <a:gd name="connsiteY6-126" fmla="*/ 3141 h 10000"/>
              <a:gd name="connsiteX7-127" fmla="*/ 5277 w 10000"/>
              <a:gd name="connsiteY7-128" fmla="*/ 0 h 10000"/>
              <a:gd name="connsiteX0-129" fmla="*/ 5277 w 10000"/>
              <a:gd name="connsiteY0-130" fmla="*/ 0 h 10000"/>
              <a:gd name="connsiteX1-131" fmla="*/ 2549 w 10000"/>
              <a:gd name="connsiteY1-132" fmla="*/ 3045 h 10000"/>
              <a:gd name="connsiteX2-133" fmla="*/ 3922 w 10000"/>
              <a:gd name="connsiteY2-134" fmla="*/ 3258 h 10000"/>
              <a:gd name="connsiteX3-135" fmla="*/ 0 w 10000"/>
              <a:gd name="connsiteY3-136" fmla="*/ 9868 h 10000"/>
              <a:gd name="connsiteX4-137" fmla="*/ 10000 w 10000"/>
              <a:gd name="connsiteY4-138" fmla="*/ 10000 h 10000"/>
              <a:gd name="connsiteX5-139" fmla="*/ 7190 w 10000"/>
              <a:gd name="connsiteY5-140" fmla="*/ 3045 h 10000"/>
              <a:gd name="connsiteX6-141" fmla="*/ 8200 w 10000"/>
              <a:gd name="connsiteY6-142" fmla="*/ 3141 h 10000"/>
              <a:gd name="connsiteX7-143" fmla="*/ 5277 w 10000"/>
              <a:gd name="connsiteY7-144" fmla="*/ 0 h 10000"/>
              <a:gd name="connsiteX0-145" fmla="*/ 5277 w 10000"/>
              <a:gd name="connsiteY0-146" fmla="*/ 0 h 10000"/>
              <a:gd name="connsiteX1-147" fmla="*/ 2549 w 10000"/>
              <a:gd name="connsiteY1-148" fmla="*/ 3045 h 10000"/>
              <a:gd name="connsiteX2-149" fmla="*/ 3753 w 10000"/>
              <a:gd name="connsiteY2-150" fmla="*/ 3019 h 10000"/>
              <a:gd name="connsiteX3-151" fmla="*/ 0 w 10000"/>
              <a:gd name="connsiteY3-152" fmla="*/ 9868 h 10000"/>
              <a:gd name="connsiteX4-153" fmla="*/ 10000 w 10000"/>
              <a:gd name="connsiteY4-154" fmla="*/ 10000 h 10000"/>
              <a:gd name="connsiteX5-155" fmla="*/ 7190 w 10000"/>
              <a:gd name="connsiteY5-156" fmla="*/ 3045 h 10000"/>
              <a:gd name="connsiteX6-157" fmla="*/ 8200 w 10000"/>
              <a:gd name="connsiteY6-158" fmla="*/ 3141 h 10000"/>
              <a:gd name="connsiteX7-159" fmla="*/ 5277 w 10000"/>
              <a:gd name="connsiteY7-160" fmla="*/ 0 h 10000"/>
              <a:gd name="connsiteX0-161" fmla="*/ 5277 w 10000"/>
              <a:gd name="connsiteY0-162" fmla="*/ 0 h 10000"/>
              <a:gd name="connsiteX1-163" fmla="*/ 2549 w 10000"/>
              <a:gd name="connsiteY1-164" fmla="*/ 3045 h 10000"/>
              <a:gd name="connsiteX2-165" fmla="*/ 4007 w 10000"/>
              <a:gd name="connsiteY2-166" fmla="*/ 3046 h 10000"/>
              <a:gd name="connsiteX3-167" fmla="*/ 0 w 10000"/>
              <a:gd name="connsiteY3-168" fmla="*/ 9868 h 10000"/>
              <a:gd name="connsiteX4-169" fmla="*/ 10000 w 10000"/>
              <a:gd name="connsiteY4-170" fmla="*/ 10000 h 10000"/>
              <a:gd name="connsiteX5-171" fmla="*/ 7190 w 10000"/>
              <a:gd name="connsiteY5-172" fmla="*/ 3045 h 10000"/>
              <a:gd name="connsiteX6-173" fmla="*/ 8200 w 10000"/>
              <a:gd name="connsiteY6-174" fmla="*/ 3141 h 10000"/>
              <a:gd name="connsiteX7-175" fmla="*/ 5277 w 10000"/>
              <a:gd name="connsiteY7-176" fmla="*/ 0 h 10000"/>
              <a:gd name="connsiteX0-177" fmla="*/ 5390 w 10000"/>
              <a:gd name="connsiteY0-178" fmla="*/ 0 h 10769"/>
              <a:gd name="connsiteX1-179" fmla="*/ 2549 w 10000"/>
              <a:gd name="connsiteY1-180" fmla="*/ 3814 h 10769"/>
              <a:gd name="connsiteX2-181" fmla="*/ 4007 w 10000"/>
              <a:gd name="connsiteY2-182" fmla="*/ 3815 h 10769"/>
              <a:gd name="connsiteX3-183" fmla="*/ 0 w 10000"/>
              <a:gd name="connsiteY3-184" fmla="*/ 10637 h 10769"/>
              <a:gd name="connsiteX4-185" fmla="*/ 10000 w 10000"/>
              <a:gd name="connsiteY4-186" fmla="*/ 10769 h 10769"/>
              <a:gd name="connsiteX5-187" fmla="*/ 7190 w 10000"/>
              <a:gd name="connsiteY5-188" fmla="*/ 3814 h 10769"/>
              <a:gd name="connsiteX6-189" fmla="*/ 8200 w 10000"/>
              <a:gd name="connsiteY6-190" fmla="*/ 3910 h 10769"/>
              <a:gd name="connsiteX7-191" fmla="*/ 5390 w 10000"/>
              <a:gd name="connsiteY7-192" fmla="*/ 0 h 10769"/>
              <a:gd name="connsiteX0-193" fmla="*/ 5390 w 10000"/>
              <a:gd name="connsiteY0-194" fmla="*/ 0 h 10769"/>
              <a:gd name="connsiteX1-195" fmla="*/ 2549 w 10000"/>
              <a:gd name="connsiteY1-196" fmla="*/ 3814 h 10769"/>
              <a:gd name="connsiteX2-197" fmla="*/ 4007 w 10000"/>
              <a:gd name="connsiteY2-198" fmla="*/ 3815 h 10769"/>
              <a:gd name="connsiteX3-199" fmla="*/ 0 w 10000"/>
              <a:gd name="connsiteY3-200" fmla="*/ 10637 h 10769"/>
              <a:gd name="connsiteX4-201" fmla="*/ 10000 w 10000"/>
              <a:gd name="connsiteY4-202" fmla="*/ 10769 h 10769"/>
              <a:gd name="connsiteX5-203" fmla="*/ 6880 w 10000"/>
              <a:gd name="connsiteY5-204" fmla="*/ 3867 h 10769"/>
              <a:gd name="connsiteX6-205" fmla="*/ 8200 w 10000"/>
              <a:gd name="connsiteY6-206" fmla="*/ 3910 h 10769"/>
              <a:gd name="connsiteX7-207" fmla="*/ 5390 w 10000"/>
              <a:gd name="connsiteY7-208" fmla="*/ 0 h 107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000" h="10769">
                <a:moveTo>
                  <a:pt x="5390" y="0"/>
                </a:moveTo>
                <a:lnTo>
                  <a:pt x="2549" y="3814"/>
                </a:lnTo>
                <a:lnTo>
                  <a:pt x="4007" y="3815"/>
                </a:lnTo>
                <a:cubicBezTo>
                  <a:pt x="3259" y="6189"/>
                  <a:pt x="2659" y="7554"/>
                  <a:pt x="0" y="10637"/>
                </a:cubicBezTo>
                <a:lnTo>
                  <a:pt x="10000" y="10769"/>
                </a:lnTo>
                <a:cubicBezTo>
                  <a:pt x="7963" y="8133"/>
                  <a:pt x="6999" y="5495"/>
                  <a:pt x="6880" y="3867"/>
                </a:cubicBezTo>
                <a:lnTo>
                  <a:pt x="8200" y="3910"/>
                </a:lnTo>
                <a:lnTo>
                  <a:pt x="5390" y="0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1"/>
              </a:gs>
            </a:gsLst>
            <a:lin ang="16200000" scaled="1"/>
          </a:gradFill>
          <a:ln w="12700">
            <a:noFill/>
          </a:ln>
          <a:effectLst>
            <a:outerShdw blurRad="571500" dist="165100" dir="5400000" sy="-23000" kx="-800400" algn="bl" rotWithShape="0">
              <a:prstClr val="black">
                <a:alpha val="8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4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+mn-lt"/>
              </a:rPr>
              <a:t>                    </a:t>
            </a:r>
            <a:endParaRPr kumimoji="0" lang="zh-CN" altLang="en-US" sz="214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+mn-lt"/>
            </a:endParaRPr>
          </a:p>
        </p:txBody>
      </p:sp>
      <p:sp>
        <p:nvSpPr>
          <p:cNvPr id="38" name="任意多边形: 形状 37"/>
          <p:cNvSpPr/>
          <p:nvPr/>
        </p:nvSpPr>
        <p:spPr bwMode="auto">
          <a:xfrm>
            <a:off x="4747654" y="4978677"/>
            <a:ext cx="230216" cy="257168"/>
          </a:xfrm>
          <a:custGeom>
            <a:avLst/>
            <a:gdLst>
              <a:gd name="T0" fmla="*/ 2147483647 w 5034"/>
              <a:gd name="T1" fmla="*/ 0 h 1908"/>
              <a:gd name="T2" fmla="*/ 2147483647 w 5034"/>
              <a:gd name="T3" fmla="*/ 2147483647 h 1908"/>
              <a:gd name="T4" fmla="*/ 2147483647 w 5034"/>
              <a:gd name="T5" fmla="*/ 2147483647 h 1908"/>
              <a:gd name="T6" fmla="*/ 0 w 5034"/>
              <a:gd name="T7" fmla="*/ 2147483647 h 1908"/>
              <a:gd name="T8" fmla="*/ 2147483647 w 5034"/>
              <a:gd name="T9" fmla="*/ 2147483647 h 1908"/>
              <a:gd name="T10" fmla="*/ 2147483647 w 5034"/>
              <a:gd name="T11" fmla="*/ 2147483647 h 1908"/>
              <a:gd name="T12" fmla="*/ 2147483647 w 5034"/>
              <a:gd name="T13" fmla="*/ 2147483647 h 1908"/>
              <a:gd name="T14" fmla="*/ 2147483647 w 5034"/>
              <a:gd name="T15" fmla="*/ 0 h 19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034"/>
              <a:gd name="T25" fmla="*/ 0 h 1908"/>
              <a:gd name="T26" fmla="*/ 5034 w 5034"/>
              <a:gd name="T27" fmla="*/ 1908 h 1908"/>
              <a:gd name="connsiteX0" fmla="*/ 4970 w 8536"/>
              <a:gd name="connsiteY0" fmla="*/ 0 h 10000"/>
              <a:gd name="connsiteX1" fmla="*/ 2910 w 8536"/>
              <a:gd name="connsiteY1" fmla="*/ 2007 h 10000"/>
              <a:gd name="connsiteX2" fmla="*/ 3542 w 8536"/>
              <a:gd name="connsiteY2" fmla="*/ 2007 h 10000"/>
              <a:gd name="connsiteX3" fmla="*/ 0 w 8536"/>
              <a:gd name="connsiteY3" fmla="*/ 10000 h 10000"/>
              <a:gd name="connsiteX4" fmla="*/ 8536 w 8536"/>
              <a:gd name="connsiteY4" fmla="*/ 6591 h 10000"/>
              <a:gd name="connsiteX5" fmla="*/ 6414 w 8536"/>
              <a:gd name="connsiteY5" fmla="*/ 2007 h 10000"/>
              <a:gd name="connsiteX6" fmla="*/ 7177 w 8536"/>
              <a:gd name="connsiteY6" fmla="*/ 2070 h 10000"/>
              <a:gd name="connsiteX7" fmla="*/ 4970 w 8536"/>
              <a:gd name="connsiteY7" fmla="*/ 0 h 10000"/>
              <a:gd name="connsiteX0-1" fmla="*/ 4668 w 8846"/>
              <a:gd name="connsiteY0-2" fmla="*/ 0 h 6591"/>
              <a:gd name="connsiteX1-3" fmla="*/ 2255 w 8846"/>
              <a:gd name="connsiteY1-4" fmla="*/ 2007 h 6591"/>
              <a:gd name="connsiteX2-5" fmla="*/ 2995 w 8846"/>
              <a:gd name="connsiteY2-6" fmla="*/ 2007 h 6591"/>
              <a:gd name="connsiteX3-7" fmla="*/ 0 w 8846"/>
              <a:gd name="connsiteY3-8" fmla="*/ 6504 h 6591"/>
              <a:gd name="connsiteX4-9" fmla="*/ 8846 w 8846"/>
              <a:gd name="connsiteY4-10" fmla="*/ 6591 h 6591"/>
              <a:gd name="connsiteX5-11" fmla="*/ 6360 w 8846"/>
              <a:gd name="connsiteY5-12" fmla="*/ 2007 h 6591"/>
              <a:gd name="connsiteX6-13" fmla="*/ 7254 w 8846"/>
              <a:gd name="connsiteY6-14" fmla="*/ 2070 h 6591"/>
              <a:gd name="connsiteX7-15" fmla="*/ 4668 w 8846"/>
              <a:gd name="connsiteY7-16" fmla="*/ 0 h 6591"/>
              <a:gd name="connsiteX0-17" fmla="*/ 5277 w 10000"/>
              <a:gd name="connsiteY0-18" fmla="*/ 0 h 10000"/>
              <a:gd name="connsiteX1-19" fmla="*/ 2549 w 10000"/>
              <a:gd name="connsiteY1-20" fmla="*/ 3045 h 10000"/>
              <a:gd name="connsiteX2-21" fmla="*/ 3386 w 10000"/>
              <a:gd name="connsiteY2-22" fmla="*/ 3045 h 10000"/>
              <a:gd name="connsiteX3-23" fmla="*/ 0 w 10000"/>
              <a:gd name="connsiteY3-24" fmla="*/ 9868 h 10000"/>
              <a:gd name="connsiteX4-25" fmla="*/ 10000 w 10000"/>
              <a:gd name="connsiteY4-26" fmla="*/ 10000 h 10000"/>
              <a:gd name="connsiteX5-27" fmla="*/ 7190 w 10000"/>
              <a:gd name="connsiteY5-28" fmla="*/ 3045 h 10000"/>
              <a:gd name="connsiteX6-29" fmla="*/ 8200 w 10000"/>
              <a:gd name="connsiteY6-30" fmla="*/ 3141 h 10000"/>
              <a:gd name="connsiteX7-31" fmla="*/ 5277 w 10000"/>
              <a:gd name="connsiteY7-32" fmla="*/ 0 h 10000"/>
              <a:gd name="connsiteX0-33" fmla="*/ 5277 w 10000"/>
              <a:gd name="connsiteY0-34" fmla="*/ 0 h 10000"/>
              <a:gd name="connsiteX1-35" fmla="*/ 2549 w 10000"/>
              <a:gd name="connsiteY1-36" fmla="*/ 3045 h 10000"/>
              <a:gd name="connsiteX2-37" fmla="*/ 3386 w 10000"/>
              <a:gd name="connsiteY2-38" fmla="*/ 3045 h 10000"/>
              <a:gd name="connsiteX3-39" fmla="*/ 0 w 10000"/>
              <a:gd name="connsiteY3-40" fmla="*/ 9868 h 10000"/>
              <a:gd name="connsiteX4-41" fmla="*/ 10000 w 10000"/>
              <a:gd name="connsiteY4-42" fmla="*/ 10000 h 10000"/>
              <a:gd name="connsiteX5-43" fmla="*/ 7190 w 10000"/>
              <a:gd name="connsiteY5-44" fmla="*/ 3045 h 10000"/>
              <a:gd name="connsiteX6-45" fmla="*/ 8200 w 10000"/>
              <a:gd name="connsiteY6-46" fmla="*/ 3141 h 10000"/>
              <a:gd name="connsiteX7-47" fmla="*/ 5277 w 10000"/>
              <a:gd name="connsiteY7-48" fmla="*/ 0 h 10000"/>
              <a:gd name="connsiteX0-49" fmla="*/ 5277 w 10000"/>
              <a:gd name="connsiteY0-50" fmla="*/ 0 h 10000"/>
              <a:gd name="connsiteX1-51" fmla="*/ 2549 w 10000"/>
              <a:gd name="connsiteY1-52" fmla="*/ 3045 h 10000"/>
              <a:gd name="connsiteX2-53" fmla="*/ 3922 w 10000"/>
              <a:gd name="connsiteY2-54" fmla="*/ 3125 h 10000"/>
              <a:gd name="connsiteX3-55" fmla="*/ 0 w 10000"/>
              <a:gd name="connsiteY3-56" fmla="*/ 9868 h 10000"/>
              <a:gd name="connsiteX4-57" fmla="*/ 10000 w 10000"/>
              <a:gd name="connsiteY4-58" fmla="*/ 10000 h 10000"/>
              <a:gd name="connsiteX5-59" fmla="*/ 7190 w 10000"/>
              <a:gd name="connsiteY5-60" fmla="*/ 3045 h 10000"/>
              <a:gd name="connsiteX6-61" fmla="*/ 8200 w 10000"/>
              <a:gd name="connsiteY6-62" fmla="*/ 3141 h 10000"/>
              <a:gd name="connsiteX7-63" fmla="*/ 5277 w 10000"/>
              <a:gd name="connsiteY7-64" fmla="*/ 0 h 10000"/>
              <a:gd name="connsiteX0-65" fmla="*/ 5277 w 10000"/>
              <a:gd name="connsiteY0-66" fmla="*/ 0 h 10000"/>
              <a:gd name="connsiteX1-67" fmla="*/ 2549 w 10000"/>
              <a:gd name="connsiteY1-68" fmla="*/ 3045 h 10000"/>
              <a:gd name="connsiteX2-69" fmla="*/ 3922 w 10000"/>
              <a:gd name="connsiteY2-70" fmla="*/ 3258 h 10000"/>
              <a:gd name="connsiteX3-71" fmla="*/ 0 w 10000"/>
              <a:gd name="connsiteY3-72" fmla="*/ 9868 h 10000"/>
              <a:gd name="connsiteX4-73" fmla="*/ 10000 w 10000"/>
              <a:gd name="connsiteY4-74" fmla="*/ 10000 h 10000"/>
              <a:gd name="connsiteX5-75" fmla="*/ 7190 w 10000"/>
              <a:gd name="connsiteY5-76" fmla="*/ 3045 h 10000"/>
              <a:gd name="connsiteX6-77" fmla="*/ 8200 w 10000"/>
              <a:gd name="connsiteY6-78" fmla="*/ 3141 h 10000"/>
              <a:gd name="connsiteX7-79" fmla="*/ 5277 w 10000"/>
              <a:gd name="connsiteY7-80" fmla="*/ 0 h 10000"/>
              <a:gd name="connsiteX0-81" fmla="*/ 5277 w 10000"/>
              <a:gd name="connsiteY0-82" fmla="*/ 0 h 10000"/>
              <a:gd name="connsiteX1-83" fmla="*/ 2549 w 10000"/>
              <a:gd name="connsiteY1-84" fmla="*/ 3045 h 10000"/>
              <a:gd name="connsiteX2-85" fmla="*/ 3922 w 10000"/>
              <a:gd name="connsiteY2-86" fmla="*/ 3258 h 10000"/>
              <a:gd name="connsiteX3-87" fmla="*/ 0 w 10000"/>
              <a:gd name="connsiteY3-88" fmla="*/ 9868 h 10000"/>
              <a:gd name="connsiteX4-89" fmla="*/ 10000 w 10000"/>
              <a:gd name="connsiteY4-90" fmla="*/ 10000 h 10000"/>
              <a:gd name="connsiteX5-91" fmla="*/ 7190 w 10000"/>
              <a:gd name="connsiteY5-92" fmla="*/ 3045 h 10000"/>
              <a:gd name="connsiteX6-93" fmla="*/ 8200 w 10000"/>
              <a:gd name="connsiteY6-94" fmla="*/ 3141 h 10000"/>
              <a:gd name="connsiteX7-95" fmla="*/ 5277 w 10000"/>
              <a:gd name="connsiteY7-96" fmla="*/ 0 h 10000"/>
              <a:gd name="connsiteX0-97" fmla="*/ 5277 w 10000"/>
              <a:gd name="connsiteY0-98" fmla="*/ 0 h 10000"/>
              <a:gd name="connsiteX1-99" fmla="*/ 2549 w 10000"/>
              <a:gd name="connsiteY1-100" fmla="*/ 3045 h 10000"/>
              <a:gd name="connsiteX2-101" fmla="*/ 3922 w 10000"/>
              <a:gd name="connsiteY2-102" fmla="*/ 3258 h 10000"/>
              <a:gd name="connsiteX3-103" fmla="*/ 0 w 10000"/>
              <a:gd name="connsiteY3-104" fmla="*/ 9868 h 10000"/>
              <a:gd name="connsiteX4-105" fmla="*/ 10000 w 10000"/>
              <a:gd name="connsiteY4-106" fmla="*/ 10000 h 10000"/>
              <a:gd name="connsiteX5-107" fmla="*/ 7190 w 10000"/>
              <a:gd name="connsiteY5-108" fmla="*/ 3045 h 10000"/>
              <a:gd name="connsiteX6-109" fmla="*/ 8200 w 10000"/>
              <a:gd name="connsiteY6-110" fmla="*/ 3141 h 10000"/>
              <a:gd name="connsiteX7-111" fmla="*/ 5277 w 10000"/>
              <a:gd name="connsiteY7-112" fmla="*/ 0 h 10000"/>
              <a:gd name="connsiteX0-113" fmla="*/ 5277 w 10000"/>
              <a:gd name="connsiteY0-114" fmla="*/ 0 h 10000"/>
              <a:gd name="connsiteX1-115" fmla="*/ 2549 w 10000"/>
              <a:gd name="connsiteY1-116" fmla="*/ 3045 h 10000"/>
              <a:gd name="connsiteX2-117" fmla="*/ 3922 w 10000"/>
              <a:gd name="connsiteY2-118" fmla="*/ 3258 h 10000"/>
              <a:gd name="connsiteX3-119" fmla="*/ 0 w 10000"/>
              <a:gd name="connsiteY3-120" fmla="*/ 9868 h 10000"/>
              <a:gd name="connsiteX4-121" fmla="*/ 10000 w 10000"/>
              <a:gd name="connsiteY4-122" fmla="*/ 10000 h 10000"/>
              <a:gd name="connsiteX5-123" fmla="*/ 7190 w 10000"/>
              <a:gd name="connsiteY5-124" fmla="*/ 3045 h 10000"/>
              <a:gd name="connsiteX6-125" fmla="*/ 8200 w 10000"/>
              <a:gd name="connsiteY6-126" fmla="*/ 3141 h 10000"/>
              <a:gd name="connsiteX7-127" fmla="*/ 5277 w 10000"/>
              <a:gd name="connsiteY7-128" fmla="*/ 0 h 10000"/>
              <a:gd name="connsiteX0-129" fmla="*/ 5277 w 10000"/>
              <a:gd name="connsiteY0-130" fmla="*/ 0 h 10000"/>
              <a:gd name="connsiteX1-131" fmla="*/ 2549 w 10000"/>
              <a:gd name="connsiteY1-132" fmla="*/ 3045 h 10000"/>
              <a:gd name="connsiteX2-133" fmla="*/ 3922 w 10000"/>
              <a:gd name="connsiteY2-134" fmla="*/ 3258 h 10000"/>
              <a:gd name="connsiteX3-135" fmla="*/ 0 w 10000"/>
              <a:gd name="connsiteY3-136" fmla="*/ 9868 h 10000"/>
              <a:gd name="connsiteX4-137" fmla="*/ 10000 w 10000"/>
              <a:gd name="connsiteY4-138" fmla="*/ 10000 h 10000"/>
              <a:gd name="connsiteX5-139" fmla="*/ 7190 w 10000"/>
              <a:gd name="connsiteY5-140" fmla="*/ 3045 h 10000"/>
              <a:gd name="connsiteX6-141" fmla="*/ 8200 w 10000"/>
              <a:gd name="connsiteY6-142" fmla="*/ 3141 h 10000"/>
              <a:gd name="connsiteX7-143" fmla="*/ 5277 w 10000"/>
              <a:gd name="connsiteY7-144" fmla="*/ 0 h 10000"/>
              <a:gd name="connsiteX0-145" fmla="*/ 5277 w 10000"/>
              <a:gd name="connsiteY0-146" fmla="*/ 0 h 10000"/>
              <a:gd name="connsiteX1-147" fmla="*/ 2549 w 10000"/>
              <a:gd name="connsiteY1-148" fmla="*/ 3045 h 10000"/>
              <a:gd name="connsiteX2-149" fmla="*/ 3753 w 10000"/>
              <a:gd name="connsiteY2-150" fmla="*/ 3019 h 10000"/>
              <a:gd name="connsiteX3-151" fmla="*/ 0 w 10000"/>
              <a:gd name="connsiteY3-152" fmla="*/ 9868 h 10000"/>
              <a:gd name="connsiteX4-153" fmla="*/ 10000 w 10000"/>
              <a:gd name="connsiteY4-154" fmla="*/ 10000 h 10000"/>
              <a:gd name="connsiteX5-155" fmla="*/ 7190 w 10000"/>
              <a:gd name="connsiteY5-156" fmla="*/ 3045 h 10000"/>
              <a:gd name="connsiteX6-157" fmla="*/ 8200 w 10000"/>
              <a:gd name="connsiteY6-158" fmla="*/ 3141 h 10000"/>
              <a:gd name="connsiteX7-159" fmla="*/ 5277 w 10000"/>
              <a:gd name="connsiteY7-160" fmla="*/ 0 h 10000"/>
              <a:gd name="connsiteX0-161" fmla="*/ 5277 w 10000"/>
              <a:gd name="connsiteY0-162" fmla="*/ 0 h 10000"/>
              <a:gd name="connsiteX1-163" fmla="*/ 2549 w 10000"/>
              <a:gd name="connsiteY1-164" fmla="*/ 3045 h 10000"/>
              <a:gd name="connsiteX2-165" fmla="*/ 4007 w 10000"/>
              <a:gd name="connsiteY2-166" fmla="*/ 3046 h 10000"/>
              <a:gd name="connsiteX3-167" fmla="*/ 0 w 10000"/>
              <a:gd name="connsiteY3-168" fmla="*/ 9868 h 10000"/>
              <a:gd name="connsiteX4-169" fmla="*/ 10000 w 10000"/>
              <a:gd name="connsiteY4-170" fmla="*/ 10000 h 10000"/>
              <a:gd name="connsiteX5-171" fmla="*/ 7190 w 10000"/>
              <a:gd name="connsiteY5-172" fmla="*/ 3045 h 10000"/>
              <a:gd name="connsiteX6-173" fmla="*/ 8200 w 10000"/>
              <a:gd name="connsiteY6-174" fmla="*/ 3141 h 10000"/>
              <a:gd name="connsiteX7-175" fmla="*/ 5277 w 10000"/>
              <a:gd name="connsiteY7-176" fmla="*/ 0 h 10000"/>
              <a:gd name="connsiteX0-177" fmla="*/ 5390 w 10000"/>
              <a:gd name="connsiteY0-178" fmla="*/ 0 h 10769"/>
              <a:gd name="connsiteX1-179" fmla="*/ 2549 w 10000"/>
              <a:gd name="connsiteY1-180" fmla="*/ 3814 h 10769"/>
              <a:gd name="connsiteX2-181" fmla="*/ 4007 w 10000"/>
              <a:gd name="connsiteY2-182" fmla="*/ 3815 h 10769"/>
              <a:gd name="connsiteX3-183" fmla="*/ 0 w 10000"/>
              <a:gd name="connsiteY3-184" fmla="*/ 10637 h 10769"/>
              <a:gd name="connsiteX4-185" fmla="*/ 10000 w 10000"/>
              <a:gd name="connsiteY4-186" fmla="*/ 10769 h 10769"/>
              <a:gd name="connsiteX5-187" fmla="*/ 7190 w 10000"/>
              <a:gd name="connsiteY5-188" fmla="*/ 3814 h 10769"/>
              <a:gd name="connsiteX6-189" fmla="*/ 8200 w 10000"/>
              <a:gd name="connsiteY6-190" fmla="*/ 3910 h 10769"/>
              <a:gd name="connsiteX7-191" fmla="*/ 5390 w 10000"/>
              <a:gd name="connsiteY7-192" fmla="*/ 0 h 10769"/>
              <a:gd name="connsiteX0-193" fmla="*/ 5390 w 10000"/>
              <a:gd name="connsiteY0-194" fmla="*/ 0 h 10769"/>
              <a:gd name="connsiteX1-195" fmla="*/ 2549 w 10000"/>
              <a:gd name="connsiteY1-196" fmla="*/ 3814 h 10769"/>
              <a:gd name="connsiteX2-197" fmla="*/ 4007 w 10000"/>
              <a:gd name="connsiteY2-198" fmla="*/ 3815 h 10769"/>
              <a:gd name="connsiteX3-199" fmla="*/ 0 w 10000"/>
              <a:gd name="connsiteY3-200" fmla="*/ 10637 h 10769"/>
              <a:gd name="connsiteX4-201" fmla="*/ 10000 w 10000"/>
              <a:gd name="connsiteY4-202" fmla="*/ 10769 h 10769"/>
              <a:gd name="connsiteX5-203" fmla="*/ 6880 w 10000"/>
              <a:gd name="connsiteY5-204" fmla="*/ 3867 h 10769"/>
              <a:gd name="connsiteX6-205" fmla="*/ 8200 w 10000"/>
              <a:gd name="connsiteY6-206" fmla="*/ 3910 h 10769"/>
              <a:gd name="connsiteX7-207" fmla="*/ 5390 w 10000"/>
              <a:gd name="connsiteY7-208" fmla="*/ 0 h 107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000" h="10769">
                <a:moveTo>
                  <a:pt x="5390" y="0"/>
                </a:moveTo>
                <a:lnTo>
                  <a:pt x="2549" y="3814"/>
                </a:lnTo>
                <a:lnTo>
                  <a:pt x="4007" y="3815"/>
                </a:lnTo>
                <a:cubicBezTo>
                  <a:pt x="3259" y="6189"/>
                  <a:pt x="2659" y="7554"/>
                  <a:pt x="0" y="10637"/>
                </a:cubicBezTo>
                <a:lnTo>
                  <a:pt x="10000" y="10769"/>
                </a:lnTo>
                <a:cubicBezTo>
                  <a:pt x="7963" y="8133"/>
                  <a:pt x="6999" y="5495"/>
                  <a:pt x="6880" y="3867"/>
                </a:cubicBezTo>
                <a:lnTo>
                  <a:pt x="8200" y="3910"/>
                </a:lnTo>
                <a:lnTo>
                  <a:pt x="5390" y="0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1"/>
              </a:gs>
            </a:gsLst>
            <a:lin ang="16200000" scaled="1"/>
          </a:gradFill>
          <a:ln w="12700">
            <a:noFill/>
          </a:ln>
          <a:effectLst>
            <a:outerShdw blurRad="571500" dist="165100" dir="5400000" sy="-23000" kx="-800400" algn="bl" rotWithShape="0">
              <a:prstClr val="black">
                <a:alpha val="8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4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+mn-lt"/>
              </a:rPr>
              <a:t>                    </a:t>
            </a:r>
            <a:endParaRPr kumimoji="0" lang="zh-CN" altLang="en-US" sz="214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+mn-lt"/>
            </a:endParaRPr>
          </a:p>
        </p:txBody>
      </p:sp>
      <p:sp>
        <p:nvSpPr>
          <p:cNvPr id="39" name="任意多边形: 形状 38"/>
          <p:cNvSpPr/>
          <p:nvPr/>
        </p:nvSpPr>
        <p:spPr bwMode="auto">
          <a:xfrm>
            <a:off x="4747654" y="5814496"/>
            <a:ext cx="230216" cy="257168"/>
          </a:xfrm>
          <a:custGeom>
            <a:avLst/>
            <a:gdLst>
              <a:gd name="T0" fmla="*/ 2147483647 w 5034"/>
              <a:gd name="T1" fmla="*/ 0 h 1908"/>
              <a:gd name="T2" fmla="*/ 2147483647 w 5034"/>
              <a:gd name="T3" fmla="*/ 2147483647 h 1908"/>
              <a:gd name="T4" fmla="*/ 2147483647 w 5034"/>
              <a:gd name="T5" fmla="*/ 2147483647 h 1908"/>
              <a:gd name="T6" fmla="*/ 0 w 5034"/>
              <a:gd name="T7" fmla="*/ 2147483647 h 1908"/>
              <a:gd name="T8" fmla="*/ 2147483647 w 5034"/>
              <a:gd name="T9" fmla="*/ 2147483647 h 1908"/>
              <a:gd name="T10" fmla="*/ 2147483647 w 5034"/>
              <a:gd name="T11" fmla="*/ 2147483647 h 1908"/>
              <a:gd name="T12" fmla="*/ 2147483647 w 5034"/>
              <a:gd name="T13" fmla="*/ 2147483647 h 1908"/>
              <a:gd name="T14" fmla="*/ 2147483647 w 5034"/>
              <a:gd name="T15" fmla="*/ 0 h 19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034"/>
              <a:gd name="T25" fmla="*/ 0 h 1908"/>
              <a:gd name="T26" fmla="*/ 5034 w 5034"/>
              <a:gd name="T27" fmla="*/ 1908 h 1908"/>
              <a:gd name="connsiteX0" fmla="*/ 4970 w 8536"/>
              <a:gd name="connsiteY0" fmla="*/ 0 h 10000"/>
              <a:gd name="connsiteX1" fmla="*/ 2910 w 8536"/>
              <a:gd name="connsiteY1" fmla="*/ 2007 h 10000"/>
              <a:gd name="connsiteX2" fmla="*/ 3542 w 8536"/>
              <a:gd name="connsiteY2" fmla="*/ 2007 h 10000"/>
              <a:gd name="connsiteX3" fmla="*/ 0 w 8536"/>
              <a:gd name="connsiteY3" fmla="*/ 10000 h 10000"/>
              <a:gd name="connsiteX4" fmla="*/ 8536 w 8536"/>
              <a:gd name="connsiteY4" fmla="*/ 6591 h 10000"/>
              <a:gd name="connsiteX5" fmla="*/ 6414 w 8536"/>
              <a:gd name="connsiteY5" fmla="*/ 2007 h 10000"/>
              <a:gd name="connsiteX6" fmla="*/ 7177 w 8536"/>
              <a:gd name="connsiteY6" fmla="*/ 2070 h 10000"/>
              <a:gd name="connsiteX7" fmla="*/ 4970 w 8536"/>
              <a:gd name="connsiteY7" fmla="*/ 0 h 10000"/>
              <a:gd name="connsiteX0-1" fmla="*/ 4668 w 8846"/>
              <a:gd name="connsiteY0-2" fmla="*/ 0 h 6591"/>
              <a:gd name="connsiteX1-3" fmla="*/ 2255 w 8846"/>
              <a:gd name="connsiteY1-4" fmla="*/ 2007 h 6591"/>
              <a:gd name="connsiteX2-5" fmla="*/ 2995 w 8846"/>
              <a:gd name="connsiteY2-6" fmla="*/ 2007 h 6591"/>
              <a:gd name="connsiteX3-7" fmla="*/ 0 w 8846"/>
              <a:gd name="connsiteY3-8" fmla="*/ 6504 h 6591"/>
              <a:gd name="connsiteX4-9" fmla="*/ 8846 w 8846"/>
              <a:gd name="connsiteY4-10" fmla="*/ 6591 h 6591"/>
              <a:gd name="connsiteX5-11" fmla="*/ 6360 w 8846"/>
              <a:gd name="connsiteY5-12" fmla="*/ 2007 h 6591"/>
              <a:gd name="connsiteX6-13" fmla="*/ 7254 w 8846"/>
              <a:gd name="connsiteY6-14" fmla="*/ 2070 h 6591"/>
              <a:gd name="connsiteX7-15" fmla="*/ 4668 w 8846"/>
              <a:gd name="connsiteY7-16" fmla="*/ 0 h 6591"/>
              <a:gd name="connsiteX0-17" fmla="*/ 5277 w 10000"/>
              <a:gd name="connsiteY0-18" fmla="*/ 0 h 10000"/>
              <a:gd name="connsiteX1-19" fmla="*/ 2549 w 10000"/>
              <a:gd name="connsiteY1-20" fmla="*/ 3045 h 10000"/>
              <a:gd name="connsiteX2-21" fmla="*/ 3386 w 10000"/>
              <a:gd name="connsiteY2-22" fmla="*/ 3045 h 10000"/>
              <a:gd name="connsiteX3-23" fmla="*/ 0 w 10000"/>
              <a:gd name="connsiteY3-24" fmla="*/ 9868 h 10000"/>
              <a:gd name="connsiteX4-25" fmla="*/ 10000 w 10000"/>
              <a:gd name="connsiteY4-26" fmla="*/ 10000 h 10000"/>
              <a:gd name="connsiteX5-27" fmla="*/ 7190 w 10000"/>
              <a:gd name="connsiteY5-28" fmla="*/ 3045 h 10000"/>
              <a:gd name="connsiteX6-29" fmla="*/ 8200 w 10000"/>
              <a:gd name="connsiteY6-30" fmla="*/ 3141 h 10000"/>
              <a:gd name="connsiteX7-31" fmla="*/ 5277 w 10000"/>
              <a:gd name="connsiteY7-32" fmla="*/ 0 h 10000"/>
              <a:gd name="connsiteX0-33" fmla="*/ 5277 w 10000"/>
              <a:gd name="connsiteY0-34" fmla="*/ 0 h 10000"/>
              <a:gd name="connsiteX1-35" fmla="*/ 2549 w 10000"/>
              <a:gd name="connsiteY1-36" fmla="*/ 3045 h 10000"/>
              <a:gd name="connsiteX2-37" fmla="*/ 3386 w 10000"/>
              <a:gd name="connsiteY2-38" fmla="*/ 3045 h 10000"/>
              <a:gd name="connsiteX3-39" fmla="*/ 0 w 10000"/>
              <a:gd name="connsiteY3-40" fmla="*/ 9868 h 10000"/>
              <a:gd name="connsiteX4-41" fmla="*/ 10000 w 10000"/>
              <a:gd name="connsiteY4-42" fmla="*/ 10000 h 10000"/>
              <a:gd name="connsiteX5-43" fmla="*/ 7190 w 10000"/>
              <a:gd name="connsiteY5-44" fmla="*/ 3045 h 10000"/>
              <a:gd name="connsiteX6-45" fmla="*/ 8200 w 10000"/>
              <a:gd name="connsiteY6-46" fmla="*/ 3141 h 10000"/>
              <a:gd name="connsiteX7-47" fmla="*/ 5277 w 10000"/>
              <a:gd name="connsiteY7-48" fmla="*/ 0 h 10000"/>
              <a:gd name="connsiteX0-49" fmla="*/ 5277 w 10000"/>
              <a:gd name="connsiteY0-50" fmla="*/ 0 h 10000"/>
              <a:gd name="connsiteX1-51" fmla="*/ 2549 w 10000"/>
              <a:gd name="connsiteY1-52" fmla="*/ 3045 h 10000"/>
              <a:gd name="connsiteX2-53" fmla="*/ 3922 w 10000"/>
              <a:gd name="connsiteY2-54" fmla="*/ 3125 h 10000"/>
              <a:gd name="connsiteX3-55" fmla="*/ 0 w 10000"/>
              <a:gd name="connsiteY3-56" fmla="*/ 9868 h 10000"/>
              <a:gd name="connsiteX4-57" fmla="*/ 10000 w 10000"/>
              <a:gd name="connsiteY4-58" fmla="*/ 10000 h 10000"/>
              <a:gd name="connsiteX5-59" fmla="*/ 7190 w 10000"/>
              <a:gd name="connsiteY5-60" fmla="*/ 3045 h 10000"/>
              <a:gd name="connsiteX6-61" fmla="*/ 8200 w 10000"/>
              <a:gd name="connsiteY6-62" fmla="*/ 3141 h 10000"/>
              <a:gd name="connsiteX7-63" fmla="*/ 5277 w 10000"/>
              <a:gd name="connsiteY7-64" fmla="*/ 0 h 10000"/>
              <a:gd name="connsiteX0-65" fmla="*/ 5277 w 10000"/>
              <a:gd name="connsiteY0-66" fmla="*/ 0 h 10000"/>
              <a:gd name="connsiteX1-67" fmla="*/ 2549 w 10000"/>
              <a:gd name="connsiteY1-68" fmla="*/ 3045 h 10000"/>
              <a:gd name="connsiteX2-69" fmla="*/ 3922 w 10000"/>
              <a:gd name="connsiteY2-70" fmla="*/ 3258 h 10000"/>
              <a:gd name="connsiteX3-71" fmla="*/ 0 w 10000"/>
              <a:gd name="connsiteY3-72" fmla="*/ 9868 h 10000"/>
              <a:gd name="connsiteX4-73" fmla="*/ 10000 w 10000"/>
              <a:gd name="connsiteY4-74" fmla="*/ 10000 h 10000"/>
              <a:gd name="connsiteX5-75" fmla="*/ 7190 w 10000"/>
              <a:gd name="connsiteY5-76" fmla="*/ 3045 h 10000"/>
              <a:gd name="connsiteX6-77" fmla="*/ 8200 w 10000"/>
              <a:gd name="connsiteY6-78" fmla="*/ 3141 h 10000"/>
              <a:gd name="connsiteX7-79" fmla="*/ 5277 w 10000"/>
              <a:gd name="connsiteY7-80" fmla="*/ 0 h 10000"/>
              <a:gd name="connsiteX0-81" fmla="*/ 5277 w 10000"/>
              <a:gd name="connsiteY0-82" fmla="*/ 0 h 10000"/>
              <a:gd name="connsiteX1-83" fmla="*/ 2549 w 10000"/>
              <a:gd name="connsiteY1-84" fmla="*/ 3045 h 10000"/>
              <a:gd name="connsiteX2-85" fmla="*/ 3922 w 10000"/>
              <a:gd name="connsiteY2-86" fmla="*/ 3258 h 10000"/>
              <a:gd name="connsiteX3-87" fmla="*/ 0 w 10000"/>
              <a:gd name="connsiteY3-88" fmla="*/ 9868 h 10000"/>
              <a:gd name="connsiteX4-89" fmla="*/ 10000 w 10000"/>
              <a:gd name="connsiteY4-90" fmla="*/ 10000 h 10000"/>
              <a:gd name="connsiteX5-91" fmla="*/ 7190 w 10000"/>
              <a:gd name="connsiteY5-92" fmla="*/ 3045 h 10000"/>
              <a:gd name="connsiteX6-93" fmla="*/ 8200 w 10000"/>
              <a:gd name="connsiteY6-94" fmla="*/ 3141 h 10000"/>
              <a:gd name="connsiteX7-95" fmla="*/ 5277 w 10000"/>
              <a:gd name="connsiteY7-96" fmla="*/ 0 h 10000"/>
              <a:gd name="connsiteX0-97" fmla="*/ 5277 w 10000"/>
              <a:gd name="connsiteY0-98" fmla="*/ 0 h 10000"/>
              <a:gd name="connsiteX1-99" fmla="*/ 2549 w 10000"/>
              <a:gd name="connsiteY1-100" fmla="*/ 3045 h 10000"/>
              <a:gd name="connsiteX2-101" fmla="*/ 3922 w 10000"/>
              <a:gd name="connsiteY2-102" fmla="*/ 3258 h 10000"/>
              <a:gd name="connsiteX3-103" fmla="*/ 0 w 10000"/>
              <a:gd name="connsiteY3-104" fmla="*/ 9868 h 10000"/>
              <a:gd name="connsiteX4-105" fmla="*/ 10000 w 10000"/>
              <a:gd name="connsiteY4-106" fmla="*/ 10000 h 10000"/>
              <a:gd name="connsiteX5-107" fmla="*/ 7190 w 10000"/>
              <a:gd name="connsiteY5-108" fmla="*/ 3045 h 10000"/>
              <a:gd name="connsiteX6-109" fmla="*/ 8200 w 10000"/>
              <a:gd name="connsiteY6-110" fmla="*/ 3141 h 10000"/>
              <a:gd name="connsiteX7-111" fmla="*/ 5277 w 10000"/>
              <a:gd name="connsiteY7-112" fmla="*/ 0 h 10000"/>
              <a:gd name="connsiteX0-113" fmla="*/ 5277 w 10000"/>
              <a:gd name="connsiteY0-114" fmla="*/ 0 h 10000"/>
              <a:gd name="connsiteX1-115" fmla="*/ 2549 w 10000"/>
              <a:gd name="connsiteY1-116" fmla="*/ 3045 h 10000"/>
              <a:gd name="connsiteX2-117" fmla="*/ 3922 w 10000"/>
              <a:gd name="connsiteY2-118" fmla="*/ 3258 h 10000"/>
              <a:gd name="connsiteX3-119" fmla="*/ 0 w 10000"/>
              <a:gd name="connsiteY3-120" fmla="*/ 9868 h 10000"/>
              <a:gd name="connsiteX4-121" fmla="*/ 10000 w 10000"/>
              <a:gd name="connsiteY4-122" fmla="*/ 10000 h 10000"/>
              <a:gd name="connsiteX5-123" fmla="*/ 7190 w 10000"/>
              <a:gd name="connsiteY5-124" fmla="*/ 3045 h 10000"/>
              <a:gd name="connsiteX6-125" fmla="*/ 8200 w 10000"/>
              <a:gd name="connsiteY6-126" fmla="*/ 3141 h 10000"/>
              <a:gd name="connsiteX7-127" fmla="*/ 5277 w 10000"/>
              <a:gd name="connsiteY7-128" fmla="*/ 0 h 10000"/>
              <a:gd name="connsiteX0-129" fmla="*/ 5277 w 10000"/>
              <a:gd name="connsiteY0-130" fmla="*/ 0 h 10000"/>
              <a:gd name="connsiteX1-131" fmla="*/ 2549 w 10000"/>
              <a:gd name="connsiteY1-132" fmla="*/ 3045 h 10000"/>
              <a:gd name="connsiteX2-133" fmla="*/ 3922 w 10000"/>
              <a:gd name="connsiteY2-134" fmla="*/ 3258 h 10000"/>
              <a:gd name="connsiteX3-135" fmla="*/ 0 w 10000"/>
              <a:gd name="connsiteY3-136" fmla="*/ 9868 h 10000"/>
              <a:gd name="connsiteX4-137" fmla="*/ 10000 w 10000"/>
              <a:gd name="connsiteY4-138" fmla="*/ 10000 h 10000"/>
              <a:gd name="connsiteX5-139" fmla="*/ 7190 w 10000"/>
              <a:gd name="connsiteY5-140" fmla="*/ 3045 h 10000"/>
              <a:gd name="connsiteX6-141" fmla="*/ 8200 w 10000"/>
              <a:gd name="connsiteY6-142" fmla="*/ 3141 h 10000"/>
              <a:gd name="connsiteX7-143" fmla="*/ 5277 w 10000"/>
              <a:gd name="connsiteY7-144" fmla="*/ 0 h 10000"/>
              <a:gd name="connsiteX0-145" fmla="*/ 5277 w 10000"/>
              <a:gd name="connsiteY0-146" fmla="*/ 0 h 10000"/>
              <a:gd name="connsiteX1-147" fmla="*/ 2549 w 10000"/>
              <a:gd name="connsiteY1-148" fmla="*/ 3045 h 10000"/>
              <a:gd name="connsiteX2-149" fmla="*/ 3753 w 10000"/>
              <a:gd name="connsiteY2-150" fmla="*/ 3019 h 10000"/>
              <a:gd name="connsiteX3-151" fmla="*/ 0 w 10000"/>
              <a:gd name="connsiteY3-152" fmla="*/ 9868 h 10000"/>
              <a:gd name="connsiteX4-153" fmla="*/ 10000 w 10000"/>
              <a:gd name="connsiteY4-154" fmla="*/ 10000 h 10000"/>
              <a:gd name="connsiteX5-155" fmla="*/ 7190 w 10000"/>
              <a:gd name="connsiteY5-156" fmla="*/ 3045 h 10000"/>
              <a:gd name="connsiteX6-157" fmla="*/ 8200 w 10000"/>
              <a:gd name="connsiteY6-158" fmla="*/ 3141 h 10000"/>
              <a:gd name="connsiteX7-159" fmla="*/ 5277 w 10000"/>
              <a:gd name="connsiteY7-160" fmla="*/ 0 h 10000"/>
              <a:gd name="connsiteX0-161" fmla="*/ 5277 w 10000"/>
              <a:gd name="connsiteY0-162" fmla="*/ 0 h 10000"/>
              <a:gd name="connsiteX1-163" fmla="*/ 2549 w 10000"/>
              <a:gd name="connsiteY1-164" fmla="*/ 3045 h 10000"/>
              <a:gd name="connsiteX2-165" fmla="*/ 4007 w 10000"/>
              <a:gd name="connsiteY2-166" fmla="*/ 3046 h 10000"/>
              <a:gd name="connsiteX3-167" fmla="*/ 0 w 10000"/>
              <a:gd name="connsiteY3-168" fmla="*/ 9868 h 10000"/>
              <a:gd name="connsiteX4-169" fmla="*/ 10000 w 10000"/>
              <a:gd name="connsiteY4-170" fmla="*/ 10000 h 10000"/>
              <a:gd name="connsiteX5-171" fmla="*/ 7190 w 10000"/>
              <a:gd name="connsiteY5-172" fmla="*/ 3045 h 10000"/>
              <a:gd name="connsiteX6-173" fmla="*/ 8200 w 10000"/>
              <a:gd name="connsiteY6-174" fmla="*/ 3141 h 10000"/>
              <a:gd name="connsiteX7-175" fmla="*/ 5277 w 10000"/>
              <a:gd name="connsiteY7-176" fmla="*/ 0 h 10000"/>
              <a:gd name="connsiteX0-177" fmla="*/ 5390 w 10000"/>
              <a:gd name="connsiteY0-178" fmla="*/ 0 h 10769"/>
              <a:gd name="connsiteX1-179" fmla="*/ 2549 w 10000"/>
              <a:gd name="connsiteY1-180" fmla="*/ 3814 h 10769"/>
              <a:gd name="connsiteX2-181" fmla="*/ 4007 w 10000"/>
              <a:gd name="connsiteY2-182" fmla="*/ 3815 h 10769"/>
              <a:gd name="connsiteX3-183" fmla="*/ 0 w 10000"/>
              <a:gd name="connsiteY3-184" fmla="*/ 10637 h 10769"/>
              <a:gd name="connsiteX4-185" fmla="*/ 10000 w 10000"/>
              <a:gd name="connsiteY4-186" fmla="*/ 10769 h 10769"/>
              <a:gd name="connsiteX5-187" fmla="*/ 7190 w 10000"/>
              <a:gd name="connsiteY5-188" fmla="*/ 3814 h 10769"/>
              <a:gd name="connsiteX6-189" fmla="*/ 8200 w 10000"/>
              <a:gd name="connsiteY6-190" fmla="*/ 3910 h 10769"/>
              <a:gd name="connsiteX7-191" fmla="*/ 5390 w 10000"/>
              <a:gd name="connsiteY7-192" fmla="*/ 0 h 10769"/>
              <a:gd name="connsiteX0-193" fmla="*/ 5390 w 10000"/>
              <a:gd name="connsiteY0-194" fmla="*/ 0 h 10769"/>
              <a:gd name="connsiteX1-195" fmla="*/ 2549 w 10000"/>
              <a:gd name="connsiteY1-196" fmla="*/ 3814 h 10769"/>
              <a:gd name="connsiteX2-197" fmla="*/ 4007 w 10000"/>
              <a:gd name="connsiteY2-198" fmla="*/ 3815 h 10769"/>
              <a:gd name="connsiteX3-199" fmla="*/ 0 w 10000"/>
              <a:gd name="connsiteY3-200" fmla="*/ 10637 h 10769"/>
              <a:gd name="connsiteX4-201" fmla="*/ 10000 w 10000"/>
              <a:gd name="connsiteY4-202" fmla="*/ 10769 h 10769"/>
              <a:gd name="connsiteX5-203" fmla="*/ 6880 w 10000"/>
              <a:gd name="connsiteY5-204" fmla="*/ 3867 h 10769"/>
              <a:gd name="connsiteX6-205" fmla="*/ 8200 w 10000"/>
              <a:gd name="connsiteY6-206" fmla="*/ 3910 h 10769"/>
              <a:gd name="connsiteX7-207" fmla="*/ 5390 w 10000"/>
              <a:gd name="connsiteY7-208" fmla="*/ 0 h 107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000" h="10769">
                <a:moveTo>
                  <a:pt x="5390" y="0"/>
                </a:moveTo>
                <a:lnTo>
                  <a:pt x="2549" y="3814"/>
                </a:lnTo>
                <a:lnTo>
                  <a:pt x="4007" y="3815"/>
                </a:lnTo>
                <a:cubicBezTo>
                  <a:pt x="3259" y="6189"/>
                  <a:pt x="2659" y="7554"/>
                  <a:pt x="0" y="10637"/>
                </a:cubicBezTo>
                <a:lnTo>
                  <a:pt x="10000" y="10769"/>
                </a:lnTo>
                <a:cubicBezTo>
                  <a:pt x="7963" y="8133"/>
                  <a:pt x="6999" y="5495"/>
                  <a:pt x="6880" y="3867"/>
                </a:cubicBezTo>
                <a:lnTo>
                  <a:pt x="8200" y="3910"/>
                </a:lnTo>
                <a:lnTo>
                  <a:pt x="5390" y="0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1"/>
              </a:gs>
            </a:gsLst>
            <a:lin ang="16200000" scaled="1"/>
          </a:gradFill>
          <a:ln w="12700">
            <a:noFill/>
          </a:ln>
          <a:effectLst>
            <a:outerShdw blurRad="571500" dist="165100" dir="5400000" sy="-23000" kx="-800400" algn="bl" rotWithShape="0">
              <a:prstClr val="black">
                <a:alpha val="8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4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  <a:sym typeface="+mn-lt"/>
              </a:rPr>
              <a:t>                    </a:t>
            </a:r>
            <a:endParaRPr kumimoji="0" lang="zh-CN" altLang="en-US" sz="214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+mn-lt"/>
            </a:endParaRPr>
          </a:p>
        </p:txBody>
      </p:sp>
      <p:graphicFrame>
        <p:nvGraphicFramePr>
          <p:cNvPr id="40" name="图表 39"/>
          <p:cNvGraphicFramePr/>
          <p:nvPr/>
        </p:nvGraphicFramePr>
        <p:xfrm>
          <a:off x="5612293" y="1781493"/>
          <a:ext cx="6382656" cy="446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5" name="任意多边形: 形状 44"/>
          <p:cNvSpPr/>
          <p:nvPr/>
        </p:nvSpPr>
        <p:spPr>
          <a:xfrm>
            <a:off x="6795215" y="4357437"/>
            <a:ext cx="838090" cy="620138"/>
          </a:xfrm>
          <a:custGeom>
            <a:avLst/>
            <a:gdLst>
              <a:gd name="connsiteX0" fmla="*/ 6202680 w 6202680"/>
              <a:gd name="connsiteY0" fmla="*/ 0 h 4427220"/>
              <a:gd name="connsiteX1" fmla="*/ 5913120 w 6202680"/>
              <a:gd name="connsiteY1" fmla="*/ 2354580 h 4427220"/>
              <a:gd name="connsiteX2" fmla="*/ 5631180 w 6202680"/>
              <a:gd name="connsiteY2" fmla="*/ 1729740 h 4427220"/>
              <a:gd name="connsiteX3" fmla="*/ 0 w 6202680"/>
              <a:gd name="connsiteY3" fmla="*/ 4427220 h 4427220"/>
              <a:gd name="connsiteX4" fmla="*/ 5158740 w 6202680"/>
              <a:gd name="connsiteY4" fmla="*/ 1493520 h 4427220"/>
              <a:gd name="connsiteX5" fmla="*/ 4450080 w 6202680"/>
              <a:gd name="connsiteY5" fmla="*/ 1630680 h 4427220"/>
              <a:gd name="connsiteX6" fmla="*/ 6202680 w 6202680"/>
              <a:gd name="connsiteY6" fmla="*/ 0 h 4427220"/>
              <a:gd name="connsiteX0-1" fmla="*/ 6202680 w 6202680"/>
              <a:gd name="connsiteY0-2" fmla="*/ 0 h 4427220"/>
              <a:gd name="connsiteX1-3" fmla="*/ 5913120 w 6202680"/>
              <a:gd name="connsiteY1-4" fmla="*/ 2354580 h 4427220"/>
              <a:gd name="connsiteX2-5" fmla="*/ 5631180 w 6202680"/>
              <a:gd name="connsiteY2-6" fmla="*/ 1729740 h 4427220"/>
              <a:gd name="connsiteX3-7" fmla="*/ 0 w 6202680"/>
              <a:gd name="connsiteY3-8" fmla="*/ 4427220 h 4427220"/>
              <a:gd name="connsiteX4-9" fmla="*/ 5158740 w 6202680"/>
              <a:gd name="connsiteY4-10" fmla="*/ 1493520 h 4427220"/>
              <a:gd name="connsiteX5-11" fmla="*/ 4450080 w 6202680"/>
              <a:gd name="connsiteY5-12" fmla="*/ 1630680 h 4427220"/>
              <a:gd name="connsiteX6-13" fmla="*/ 6202680 w 6202680"/>
              <a:gd name="connsiteY6-14" fmla="*/ 0 h 4427220"/>
              <a:gd name="connsiteX0-15" fmla="*/ 6202680 w 6202680"/>
              <a:gd name="connsiteY0-16" fmla="*/ 0 h 4473131"/>
              <a:gd name="connsiteX1-17" fmla="*/ 5913120 w 6202680"/>
              <a:gd name="connsiteY1-18" fmla="*/ 2354580 h 4473131"/>
              <a:gd name="connsiteX2-19" fmla="*/ 5631180 w 6202680"/>
              <a:gd name="connsiteY2-20" fmla="*/ 1729740 h 4473131"/>
              <a:gd name="connsiteX3-21" fmla="*/ 0 w 6202680"/>
              <a:gd name="connsiteY3-22" fmla="*/ 4427220 h 4473131"/>
              <a:gd name="connsiteX4-23" fmla="*/ 5158740 w 6202680"/>
              <a:gd name="connsiteY4-24" fmla="*/ 1493520 h 4473131"/>
              <a:gd name="connsiteX5-25" fmla="*/ 4450080 w 6202680"/>
              <a:gd name="connsiteY5-26" fmla="*/ 1630680 h 4473131"/>
              <a:gd name="connsiteX6-27" fmla="*/ 6202680 w 6202680"/>
              <a:gd name="connsiteY6-28" fmla="*/ 0 h 4473131"/>
              <a:gd name="connsiteX0-29" fmla="*/ 6202680 w 6202680"/>
              <a:gd name="connsiteY0-30" fmla="*/ 0 h 4473131"/>
              <a:gd name="connsiteX1-31" fmla="*/ 5913120 w 6202680"/>
              <a:gd name="connsiteY1-32" fmla="*/ 2354580 h 4473131"/>
              <a:gd name="connsiteX2-33" fmla="*/ 5631180 w 6202680"/>
              <a:gd name="connsiteY2-34" fmla="*/ 1729740 h 4473131"/>
              <a:gd name="connsiteX3-35" fmla="*/ 0 w 6202680"/>
              <a:gd name="connsiteY3-36" fmla="*/ 4427220 h 4473131"/>
              <a:gd name="connsiteX4-37" fmla="*/ 5158740 w 6202680"/>
              <a:gd name="connsiteY4-38" fmla="*/ 1493520 h 4473131"/>
              <a:gd name="connsiteX5-39" fmla="*/ 4450080 w 6202680"/>
              <a:gd name="connsiteY5-40" fmla="*/ 1630680 h 4473131"/>
              <a:gd name="connsiteX6-41" fmla="*/ 6202680 w 6202680"/>
              <a:gd name="connsiteY6-42" fmla="*/ 0 h 4473131"/>
              <a:gd name="connsiteX0-43" fmla="*/ 6202680 w 6202680"/>
              <a:gd name="connsiteY0-44" fmla="*/ 0 h 4473131"/>
              <a:gd name="connsiteX1-45" fmla="*/ 5913120 w 6202680"/>
              <a:gd name="connsiteY1-46" fmla="*/ 2354580 h 4473131"/>
              <a:gd name="connsiteX2-47" fmla="*/ 5631180 w 6202680"/>
              <a:gd name="connsiteY2-48" fmla="*/ 1729740 h 4473131"/>
              <a:gd name="connsiteX3-49" fmla="*/ 0 w 6202680"/>
              <a:gd name="connsiteY3-50" fmla="*/ 4427220 h 4473131"/>
              <a:gd name="connsiteX4-51" fmla="*/ 5158740 w 6202680"/>
              <a:gd name="connsiteY4-52" fmla="*/ 1493520 h 4473131"/>
              <a:gd name="connsiteX5-53" fmla="*/ 4450080 w 6202680"/>
              <a:gd name="connsiteY5-54" fmla="*/ 1630680 h 4473131"/>
              <a:gd name="connsiteX6-55" fmla="*/ 6202680 w 6202680"/>
              <a:gd name="connsiteY6-56" fmla="*/ 0 h 4473131"/>
              <a:gd name="connsiteX0-57" fmla="*/ 6202680 w 6202680"/>
              <a:gd name="connsiteY0-58" fmla="*/ 0 h 4473131"/>
              <a:gd name="connsiteX1-59" fmla="*/ 5913120 w 6202680"/>
              <a:gd name="connsiteY1-60" fmla="*/ 2354580 h 4473131"/>
              <a:gd name="connsiteX2-61" fmla="*/ 5631180 w 6202680"/>
              <a:gd name="connsiteY2-62" fmla="*/ 1729740 h 4473131"/>
              <a:gd name="connsiteX3-63" fmla="*/ 0 w 6202680"/>
              <a:gd name="connsiteY3-64" fmla="*/ 4427220 h 4473131"/>
              <a:gd name="connsiteX4-65" fmla="*/ 5158740 w 6202680"/>
              <a:gd name="connsiteY4-66" fmla="*/ 1493520 h 4473131"/>
              <a:gd name="connsiteX5-67" fmla="*/ 4450080 w 6202680"/>
              <a:gd name="connsiteY5-68" fmla="*/ 1630680 h 4473131"/>
              <a:gd name="connsiteX6-69" fmla="*/ 6202680 w 6202680"/>
              <a:gd name="connsiteY6-70" fmla="*/ 0 h 4473131"/>
              <a:gd name="connsiteX0-71" fmla="*/ 6202680 w 6202680"/>
              <a:gd name="connsiteY0-72" fmla="*/ 0 h 4473131"/>
              <a:gd name="connsiteX1-73" fmla="*/ 5913120 w 6202680"/>
              <a:gd name="connsiteY1-74" fmla="*/ 2354580 h 4473131"/>
              <a:gd name="connsiteX2-75" fmla="*/ 5631180 w 6202680"/>
              <a:gd name="connsiteY2-76" fmla="*/ 1729740 h 4473131"/>
              <a:gd name="connsiteX3-77" fmla="*/ 0 w 6202680"/>
              <a:gd name="connsiteY3-78" fmla="*/ 4427220 h 4473131"/>
              <a:gd name="connsiteX4-79" fmla="*/ 5158740 w 6202680"/>
              <a:gd name="connsiteY4-80" fmla="*/ 1493520 h 4473131"/>
              <a:gd name="connsiteX5-81" fmla="*/ 4450080 w 6202680"/>
              <a:gd name="connsiteY5-82" fmla="*/ 1630680 h 4473131"/>
              <a:gd name="connsiteX6-83" fmla="*/ 6202680 w 6202680"/>
              <a:gd name="connsiteY6-84" fmla="*/ 0 h 4473131"/>
              <a:gd name="connsiteX0-85" fmla="*/ 6202680 w 6202680"/>
              <a:gd name="connsiteY0-86" fmla="*/ 0 h 4473131"/>
              <a:gd name="connsiteX1-87" fmla="*/ 5913120 w 6202680"/>
              <a:gd name="connsiteY1-88" fmla="*/ 2354580 h 4473131"/>
              <a:gd name="connsiteX2-89" fmla="*/ 5631180 w 6202680"/>
              <a:gd name="connsiteY2-90" fmla="*/ 1729740 h 4473131"/>
              <a:gd name="connsiteX3-91" fmla="*/ 0 w 6202680"/>
              <a:gd name="connsiteY3-92" fmla="*/ 4427220 h 4473131"/>
              <a:gd name="connsiteX4-93" fmla="*/ 5158740 w 6202680"/>
              <a:gd name="connsiteY4-94" fmla="*/ 1493520 h 4473131"/>
              <a:gd name="connsiteX5-95" fmla="*/ 4450080 w 6202680"/>
              <a:gd name="connsiteY5-96" fmla="*/ 1630680 h 4473131"/>
              <a:gd name="connsiteX6-97" fmla="*/ 6202680 w 6202680"/>
              <a:gd name="connsiteY6-98" fmla="*/ 0 h 4473131"/>
              <a:gd name="connsiteX0-99" fmla="*/ 6202680 w 6202680"/>
              <a:gd name="connsiteY0-100" fmla="*/ 0 h 4473131"/>
              <a:gd name="connsiteX1-101" fmla="*/ 5913120 w 6202680"/>
              <a:gd name="connsiteY1-102" fmla="*/ 2354580 h 4473131"/>
              <a:gd name="connsiteX2-103" fmla="*/ 5631180 w 6202680"/>
              <a:gd name="connsiteY2-104" fmla="*/ 1729740 h 4473131"/>
              <a:gd name="connsiteX3-105" fmla="*/ 0 w 6202680"/>
              <a:gd name="connsiteY3-106" fmla="*/ 4427220 h 4473131"/>
              <a:gd name="connsiteX4-107" fmla="*/ 5158740 w 6202680"/>
              <a:gd name="connsiteY4-108" fmla="*/ 1493520 h 4473131"/>
              <a:gd name="connsiteX5-109" fmla="*/ 4450080 w 6202680"/>
              <a:gd name="connsiteY5-110" fmla="*/ 1630680 h 4473131"/>
              <a:gd name="connsiteX6-111" fmla="*/ 6202680 w 6202680"/>
              <a:gd name="connsiteY6-112" fmla="*/ 0 h 44731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202680" h="4473131">
                <a:moveTo>
                  <a:pt x="6202680" y="0"/>
                </a:moveTo>
                <a:lnTo>
                  <a:pt x="5913120" y="2354580"/>
                </a:lnTo>
                <a:lnTo>
                  <a:pt x="5631180" y="1729740"/>
                </a:lnTo>
                <a:cubicBezTo>
                  <a:pt x="4020820" y="4815840"/>
                  <a:pt x="436880" y="4503420"/>
                  <a:pt x="0" y="4427220"/>
                </a:cubicBezTo>
                <a:cubicBezTo>
                  <a:pt x="980440" y="4508500"/>
                  <a:pt x="3797300" y="3858260"/>
                  <a:pt x="5158740" y="1493520"/>
                </a:cubicBezTo>
                <a:lnTo>
                  <a:pt x="4450080" y="1630680"/>
                </a:lnTo>
                <a:lnTo>
                  <a:pt x="620268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0"/>
                </a:schemeClr>
              </a:gs>
              <a:gs pos="9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46" name="任意多边形: 形状 45"/>
          <p:cNvSpPr/>
          <p:nvPr/>
        </p:nvSpPr>
        <p:spPr>
          <a:xfrm>
            <a:off x="8310245" y="3372368"/>
            <a:ext cx="838090" cy="620138"/>
          </a:xfrm>
          <a:custGeom>
            <a:avLst/>
            <a:gdLst>
              <a:gd name="connsiteX0" fmla="*/ 6202680 w 6202680"/>
              <a:gd name="connsiteY0" fmla="*/ 0 h 4427220"/>
              <a:gd name="connsiteX1" fmla="*/ 5913120 w 6202680"/>
              <a:gd name="connsiteY1" fmla="*/ 2354580 h 4427220"/>
              <a:gd name="connsiteX2" fmla="*/ 5631180 w 6202680"/>
              <a:gd name="connsiteY2" fmla="*/ 1729740 h 4427220"/>
              <a:gd name="connsiteX3" fmla="*/ 0 w 6202680"/>
              <a:gd name="connsiteY3" fmla="*/ 4427220 h 4427220"/>
              <a:gd name="connsiteX4" fmla="*/ 5158740 w 6202680"/>
              <a:gd name="connsiteY4" fmla="*/ 1493520 h 4427220"/>
              <a:gd name="connsiteX5" fmla="*/ 4450080 w 6202680"/>
              <a:gd name="connsiteY5" fmla="*/ 1630680 h 4427220"/>
              <a:gd name="connsiteX6" fmla="*/ 6202680 w 6202680"/>
              <a:gd name="connsiteY6" fmla="*/ 0 h 4427220"/>
              <a:gd name="connsiteX0-1" fmla="*/ 6202680 w 6202680"/>
              <a:gd name="connsiteY0-2" fmla="*/ 0 h 4427220"/>
              <a:gd name="connsiteX1-3" fmla="*/ 5913120 w 6202680"/>
              <a:gd name="connsiteY1-4" fmla="*/ 2354580 h 4427220"/>
              <a:gd name="connsiteX2-5" fmla="*/ 5631180 w 6202680"/>
              <a:gd name="connsiteY2-6" fmla="*/ 1729740 h 4427220"/>
              <a:gd name="connsiteX3-7" fmla="*/ 0 w 6202680"/>
              <a:gd name="connsiteY3-8" fmla="*/ 4427220 h 4427220"/>
              <a:gd name="connsiteX4-9" fmla="*/ 5158740 w 6202680"/>
              <a:gd name="connsiteY4-10" fmla="*/ 1493520 h 4427220"/>
              <a:gd name="connsiteX5-11" fmla="*/ 4450080 w 6202680"/>
              <a:gd name="connsiteY5-12" fmla="*/ 1630680 h 4427220"/>
              <a:gd name="connsiteX6-13" fmla="*/ 6202680 w 6202680"/>
              <a:gd name="connsiteY6-14" fmla="*/ 0 h 4427220"/>
              <a:gd name="connsiteX0-15" fmla="*/ 6202680 w 6202680"/>
              <a:gd name="connsiteY0-16" fmla="*/ 0 h 4473131"/>
              <a:gd name="connsiteX1-17" fmla="*/ 5913120 w 6202680"/>
              <a:gd name="connsiteY1-18" fmla="*/ 2354580 h 4473131"/>
              <a:gd name="connsiteX2-19" fmla="*/ 5631180 w 6202680"/>
              <a:gd name="connsiteY2-20" fmla="*/ 1729740 h 4473131"/>
              <a:gd name="connsiteX3-21" fmla="*/ 0 w 6202680"/>
              <a:gd name="connsiteY3-22" fmla="*/ 4427220 h 4473131"/>
              <a:gd name="connsiteX4-23" fmla="*/ 5158740 w 6202680"/>
              <a:gd name="connsiteY4-24" fmla="*/ 1493520 h 4473131"/>
              <a:gd name="connsiteX5-25" fmla="*/ 4450080 w 6202680"/>
              <a:gd name="connsiteY5-26" fmla="*/ 1630680 h 4473131"/>
              <a:gd name="connsiteX6-27" fmla="*/ 6202680 w 6202680"/>
              <a:gd name="connsiteY6-28" fmla="*/ 0 h 4473131"/>
              <a:gd name="connsiteX0-29" fmla="*/ 6202680 w 6202680"/>
              <a:gd name="connsiteY0-30" fmla="*/ 0 h 4473131"/>
              <a:gd name="connsiteX1-31" fmla="*/ 5913120 w 6202680"/>
              <a:gd name="connsiteY1-32" fmla="*/ 2354580 h 4473131"/>
              <a:gd name="connsiteX2-33" fmla="*/ 5631180 w 6202680"/>
              <a:gd name="connsiteY2-34" fmla="*/ 1729740 h 4473131"/>
              <a:gd name="connsiteX3-35" fmla="*/ 0 w 6202680"/>
              <a:gd name="connsiteY3-36" fmla="*/ 4427220 h 4473131"/>
              <a:gd name="connsiteX4-37" fmla="*/ 5158740 w 6202680"/>
              <a:gd name="connsiteY4-38" fmla="*/ 1493520 h 4473131"/>
              <a:gd name="connsiteX5-39" fmla="*/ 4450080 w 6202680"/>
              <a:gd name="connsiteY5-40" fmla="*/ 1630680 h 4473131"/>
              <a:gd name="connsiteX6-41" fmla="*/ 6202680 w 6202680"/>
              <a:gd name="connsiteY6-42" fmla="*/ 0 h 4473131"/>
              <a:gd name="connsiteX0-43" fmla="*/ 6202680 w 6202680"/>
              <a:gd name="connsiteY0-44" fmla="*/ 0 h 4473131"/>
              <a:gd name="connsiteX1-45" fmla="*/ 5913120 w 6202680"/>
              <a:gd name="connsiteY1-46" fmla="*/ 2354580 h 4473131"/>
              <a:gd name="connsiteX2-47" fmla="*/ 5631180 w 6202680"/>
              <a:gd name="connsiteY2-48" fmla="*/ 1729740 h 4473131"/>
              <a:gd name="connsiteX3-49" fmla="*/ 0 w 6202680"/>
              <a:gd name="connsiteY3-50" fmla="*/ 4427220 h 4473131"/>
              <a:gd name="connsiteX4-51" fmla="*/ 5158740 w 6202680"/>
              <a:gd name="connsiteY4-52" fmla="*/ 1493520 h 4473131"/>
              <a:gd name="connsiteX5-53" fmla="*/ 4450080 w 6202680"/>
              <a:gd name="connsiteY5-54" fmla="*/ 1630680 h 4473131"/>
              <a:gd name="connsiteX6-55" fmla="*/ 6202680 w 6202680"/>
              <a:gd name="connsiteY6-56" fmla="*/ 0 h 4473131"/>
              <a:gd name="connsiteX0-57" fmla="*/ 6202680 w 6202680"/>
              <a:gd name="connsiteY0-58" fmla="*/ 0 h 4473131"/>
              <a:gd name="connsiteX1-59" fmla="*/ 5913120 w 6202680"/>
              <a:gd name="connsiteY1-60" fmla="*/ 2354580 h 4473131"/>
              <a:gd name="connsiteX2-61" fmla="*/ 5631180 w 6202680"/>
              <a:gd name="connsiteY2-62" fmla="*/ 1729740 h 4473131"/>
              <a:gd name="connsiteX3-63" fmla="*/ 0 w 6202680"/>
              <a:gd name="connsiteY3-64" fmla="*/ 4427220 h 4473131"/>
              <a:gd name="connsiteX4-65" fmla="*/ 5158740 w 6202680"/>
              <a:gd name="connsiteY4-66" fmla="*/ 1493520 h 4473131"/>
              <a:gd name="connsiteX5-67" fmla="*/ 4450080 w 6202680"/>
              <a:gd name="connsiteY5-68" fmla="*/ 1630680 h 4473131"/>
              <a:gd name="connsiteX6-69" fmla="*/ 6202680 w 6202680"/>
              <a:gd name="connsiteY6-70" fmla="*/ 0 h 4473131"/>
              <a:gd name="connsiteX0-71" fmla="*/ 6202680 w 6202680"/>
              <a:gd name="connsiteY0-72" fmla="*/ 0 h 4473131"/>
              <a:gd name="connsiteX1-73" fmla="*/ 5913120 w 6202680"/>
              <a:gd name="connsiteY1-74" fmla="*/ 2354580 h 4473131"/>
              <a:gd name="connsiteX2-75" fmla="*/ 5631180 w 6202680"/>
              <a:gd name="connsiteY2-76" fmla="*/ 1729740 h 4473131"/>
              <a:gd name="connsiteX3-77" fmla="*/ 0 w 6202680"/>
              <a:gd name="connsiteY3-78" fmla="*/ 4427220 h 4473131"/>
              <a:gd name="connsiteX4-79" fmla="*/ 5158740 w 6202680"/>
              <a:gd name="connsiteY4-80" fmla="*/ 1493520 h 4473131"/>
              <a:gd name="connsiteX5-81" fmla="*/ 4450080 w 6202680"/>
              <a:gd name="connsiteY5-82" fmla="*/ 1630680 h 4473131"/>
              <a:gd name="connsiteX6-83" fmla="*/ 6202680 w 6202680"/>
              <a:gd name="connsiteY6-84" fmla="*/ 0 h 4473131"/>
              <a:gd name="connsiteX0-85" fmla="*/ 6202680 w 6202680"/>
              <a:gd name="connsiteY0-86" fmla="*/ 0 h 4473131"/>
              <a:gd name="connsiteX1-87" fmla="*/ 5913120 w 6202680"/>
              <a:gd name="connsiteY1-88" fmla="*/ 2354580 h 4473131"/>
              <a:gd name="connsiteX2-89" fmla="*/ 5631180 w 6202680"/>
              <a:gd name="connsiteY2-90" fmla="*/ 1729740 h 4473131"/>
              <a:gd name="connsiteX3-91" fmla="*/ 0 w 6202680"/>
              <a:gd name="connsiteY3-92" fmla="*/ 4427220 h 4473131"/>
              <a:gd name="connsiteX4-93" fmla="*/ 5158740 w 6202680"/>
              <a:gd name="connsiteY4-94" fmla="*/ 1493520 h 4473131"/>
              <a:gd name="connsiteX5-95" fmla="*/ 4450080 w 6202680"/>
              <a:gd name="connsiteY5-96" fmla="*/ 1630680 h 4473131"/>
              <a:gd name="connsiteX6-97" fmla="*/ 6202680 w 6202680"/>
              <a:gd name="connsiteY6-98" fmla="*/ 0 h 4473131"/>
              <a:gd name="connsiteX0-99" fmla="*/ 6202680 w 6202680"/>
              <a:gd name="connsiteY0-100" fmla="*/ 0 h 4473131"/>
              <a:gd name="connsiteX1-101" fmla="*/ 5913120 w 6202680"/>
              <a:gd name="connsiteY1-102" fmla="*/ 2354580 h 4473131"/>
              <a:gd name="connsiteX2-103" fmla="*/ 5631180 w 6202680"/>
              <a:gd name="connsiteY2-104" fmla="*/ 1729740 h 4473131"/>
              <a:gd name="connsiteX3-105" fmla="*/ 0 w 6202680"/>
              <a:gd name="connsiteY3-106" fmla="*/ 4427220 h 4473131"/>
              <a:gd name="connsiteX4-107" fmla="*/ 5158740 w 6202680"/>
              <a:gd name="connsiteY4-108" fmla="*/ 1493520 h 4473131"/>
              <a:gd name="connsiteX5-109" fmla="*/ 4450080 w 6202680"/>
              <a:gd name="connsiteY5-110" fmla="*/ 1630680 h 4473131"/>
              <a:gd name="connsiteX6-111" fmla="*/ 6202680 w 6202680"/>
              <a:gd name="connsiteY6-112" fmla="*/ 0 h 44731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202680" h="4473131">
                <a:moveTo>
                  <a:pt x="6202680" y="0"/>
                </a:moveTo>
                <a:lnTo>
                  <a:pt x="5913120" y="2354580"/>
                </a:lnTo>
                <a:lnTo>
                  <a:pt x="5631180" y="1729740"/>
                </a:lnTo>
                <a:cubicBezTo>
                  <a:pt x="4020820" y="4815840"/>
                  <a:pt x="436880" y="4503420"/>
                  <a:pt x="0" y="4427220"/>
                </a:cubicBezTo>
                <a:cubicBezTo>
                  <a:pt x="980440" y="4508500"/>
                  <a:pt x="3797300" y="3858260"/>
                  <a:pt x="5158740" y="1493520"/>
                </a:cubicBezTo>
                <a:lnTo>
                  <a:pt x="4450080" y="1630680"/>
                </a:lnTo>
                <a:lnTo>
                  <a:pt x="620268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0"/>
                </a:schemeClr>
              </a:gs>
              <a:gs pos="9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  <p:sp>
        <p:nvSpPr>
          <p:cNvPr id="47" name="任意多边形: 形状 46"/>
          <p:cNvSpPr/>
          <p:nvPr/>
        </p:nvSpPr>
        <p:spPr>
          <a:xfrm>
            <a:off x="9855804" y="2505593"/>
            <a:ext cx="838090" cy="620138"/>
          </a:xfrm>
          <a:custGeom>
            <a:avLst/>
            <a:gdLst>
              <a:gd name="connsiteX0" fmla="*/ 6202680 w 6202680"/>
              <a:gd name="connsiteY0" fmla="*/ 0 h 4427220"/>
              <a:gd name="connsiteX1" fmla="*/ 5913120 w 6202680"/>
              <a:gd name="connsiteY1" fmla="*/ 2354580 h 4427220"/>
              <a:gd name="connsiteX2" fmla="*/ 5631180 w 6202680"/>
              <a:gd name="connsiteY2" fmla="*/ 1729740 h 4427220"/>
              <a:gd name="connsiteX3" fmla="*/ 0 w 6202680"/>
              <a:gd name="connsiteY3" fmla="*/ 4427220 h 4427220"/>
              <a:gd name="connsiteX4" fmla="*/ 5158740 w 6202680"/>
              <a:gd name="connsiteY4" fmla="*/ 1493520 h 4427220"/>
              <a:gd name="connsiteX5" fmla="*/ 4450080 w 6202680"/>
              <a:gd name="connsiteY5" fmla="*/ 1630680 h 4427220"/>
              <a:gd name="connsiteX6" fmla="*/ 6202680 w 6202680"/>
              <a:gd name="connsiteY6" fmla="*/ 0 h 4427220"/>
              <a:gd name="connsiteX0-1" fmla="*/ 6202680 w 6202680"/>
              <a:gd name="connsiteY0-2" fmla="*/ 0 h 4427220"/>
              <a:gd name="connsiteX1-3" fmla="*/ 5913120 w 6202680"/>
              <a:gd name="connsiteY1-4" fmla="*/ 2354580 h 4427220"/>
              <a:gd name="connsiteX2-5" fmla="*/ 5631180 w 6202680"/>
              <a:gd name="connsiteY2-6" fmla="*/ 1729740 h 4427220"/>
              <a:gd name="connsiteX3-7" fmla="*/ 0 w 6202680"/>
              <a:gd name="connsiteY3-8" fmla="*/ 4427220 h 4427220"/>
              <a:gd name="connsiteX4-9" fmla="*/ 5158740 w 6202680"/>
              <a:gd name="connsiteY4-10" fmla="*/ 1493520 h 4427220"/>
              <a:gd name="connsiteX5-11" fmla="*/ 4450080 w 6202680"/>
              <a:gd name="connsiteY5-12" fmla="*/ 1630680 h 4427220"/>
              <a:gd name="connsiteX6-13" fmla="*/ 6202680 w 6202680"/>
              <a:gd name="connsiteY6-14" fmla="*/ 0 h 4427220"/>
              <a:gd name="connsiteX0-15" fmla="*/ 6202680 w 6202680"/>
              <a:gd name="connsiteY0-16" fmla="*/ 0 h 4473131"/>
              <a:gd name="connsiteX1-17" fmla="*/ 5913120 w 6202680"/>
              <a:gd name="connsiteY1-18" fmla="*/ 2354580 h 4473131"/>
              <a:gd name="connsiteX2-19" fmla="*/ 5631180 w 6202680"/>
              <a:gd name="connsiteY2-20" fmla="*/ 1729740 h 4473131"/>
              <a:gd name="connsiteX3-21" fmla="*/ 0 w 6202680"/>
              <a:gd name="connsiteY3-22" fmla="*/ 4427220 h 4473131"/>
              <a:gd name="connsiteX4-23" fmla="*/ 5158740 w 6202680"/>
              <a:gd name="connsiteY4-24" fmla="*/ 1493520 h 4473131"/>
              <a:gd name="connsiteX5-25" fmla="*/ 4450080 w 6202680"/>
              <a:gd name="connsiteY5-26" fmla="*/ 1630680 h 4473131"/>
              <a:gd name="connsiteX6-27" fmla="*/ 6202680 w 6202680"/>
              <a:gd name="connsiteY6-28" fmla="*/ 0 h 4473131"/>
              <a:gd name="connsiteX0-29" fmla="*/ 6202680 w 6202680"/>
              <a:gd name="connsiteY0-30" fmla="*/ 0 h 4473131"/>
              <a:gd name="connsiteX1-31" fmla="*/ 5913120 w 6202680"/>
              <a:gd name="connsiteY1-32" fmla="*/ 2354580 h 4473131"/>
              <a:gd name="connsiteX2-33" fmla="*/ 5631180 w 6202680"/>
              <a:gd name="connsiteY2-34" fmla="*/ 1729740 h 4473131"/>
              <a:gd name="connsiteX3-35" fmla="*/ 0 w 6202680"/>
              <a:gd name="connsiteY3-36" fmla="*/ 4427220 h 4473131"/>
              <a:gd name="connsiteX4-37" fmla="*/ 5158740 w 6202680"/>
              <a:gd name="connsiteY4-38" fmla="*/ 1493520 h 4473131"/>
              <a:gd name="connsiteX5-39" fmla="*/ 4450080 w 6202680"/>
              <a:gd name="connsiteY5-40" fmla="*/ 1630680 h 4473131"/>
              <a:gd name="connsiteX6-41" fmla="*/ 6202680 w 6202680"/>
              <a:gd name="connsiteY6-42" fmla="*/ 0 h 4473131"/>
              <a:gd name="connsiteX0-43" fmla="*/ 6202680 w 6202680"/>
              <a:gd name="connsiteY0-44" fmla="*/ 0 h 4473131"/>
              <a:gd name="connsiteX1-45" fmla="*/ 5913120 w 6202680"/>
              <a:gd name="connsiteY1-46" fmla="*/ 2354580 h 4473131"/>
              <a:gd name="connsiteX2-47" fmla="*/ 5631180 w 6202680"/>
              <a:gd name="connsiteY2-48" fmla="*/ 1729740 h 4473131"/>
              <a:gd name="connsiteX3-49" fmla="*/ 0 w 6202680"/>
              <a:gd name="connsiteY3-50" fmla="*/ 4427220 h 4473131"/>
              <a:gd name="connsiteX4-51" fmla="*/ 5158740 w 6202680"/>
              <a:gd name="connsiteY4-52" fmla="*/ 1493520 h 4473131"/>
              <a:gd name="connsiteX5-53" fmla="*/ 4450080 w 6202680"/>
              <a:gd name="connsiteY5-54" fmla="*/ 1630680 h 4473131"/>
              <a:gd name="connsiteX6-55" fmla="*/ 6202680 w 6202680"/>
              <a:gd name="connsiteY6-56" fmla="*/ 0 h 4473131"/>
              <a:gd name="connsiteX0-57" fmla="*/ 6202680 w 6202680"/>
              <a:gd name="connsiteY0-58" fmla="*/ 0 h 4473131"/>
              <a:gd name="connsiteX1-59" fmla="*/ 5913120 w 6202680"/>
              <a:gd name="connsiteY1-60" fmla="*/ 2354580 h 4473131"/>
              <a:gd name="connsiteX2-61" fmla="*/ 5631180 w 6202680"/>
              <a:gd name="connsiteY2-62" fmla="*/ 1729740 h 4473131"/>
              <a:gd name="connsiteX3-63" fmla="*/ 0 w 6202680"/>
              <a:gd name="connsiteY3-64" fmla="*/ 4427220 h 4473131"/>
              <a:gd name="connsiteX4-65" fmla="*/ 5158740 w 6202680"/>
              <a:gd name="connsiteY4-66" fmla="*/ 1493520 h 4473131"/>
              <a:gd name="connsiteX5-67" fmla="*/ 4450080 w 6202680"/>
              <a:gd name="connsiteY5-68" fmla="*/ 1630680 h 4473131"/>
              <a:gd name="connsiteX6-69" fmla="*/ 6202680 w 6202680"/>
              <a:gd name="connsiteY6-70" fmla="*/ 0 h 4473131"/>
              <a:gd name="connsiteX0-71" fmla="*/ 6202680 w 6202680"/>
              <a:gd name="connsiteY0-72" fmla="*/ 0 h 4473131"/>
              <a:gd name="connsiteX1-73" fmla="*/ 5913120 w 6202680"/>
              <a:gd name="connsiteY1-74" fmla="*/ 2354580 h 4473131"/>
              <a:gd name="connsiteX2-75" fmla="*/ 5631180 w 6202680"/>
              <a:gd name="connsiteY2-76" fmla="*/ 1729740 h 4473131"/>
              <a:gd name="connsiteX3-77" fmla="*/ 0 w 6202680"/>
              <a:gd name="connsiteY3-78" fmla="*/ 4427220 h 4473131"/>
              <a:gd name="connsiteX4-79" fmla="*/ 5158740 w 6202680"/>
              <a:gd name="connsiteY4-80" fmla="*/ 1493520 h 4473131"/>
              <a:gd name="connsiteX5-81" fmla="*/ 4450080 w 6202680"/>
              <a:gd name="connsiteY5-82" fmla="*/ 1630680 h 4473131"/>
              <a:gd name="connsiteX6-83" fmla="*/ 6202680 w 6202680"/>
              <a:gd name="connsiteY6-84" fmla="*/ 0 h 4473131"/>
              <a:gd name="connsiteX0-85" fmla="*/ 6202680 w 6202680"/>
              <a:gd name="connsiteY0-86" fmla="*/ 0 h 4473131"/>
              <a:gd name="connsiteX1-87" fmla="*/ 5913120 w 6202680"/>
              <a:gd name="connsiteY1-88" fmla="*/ 2354580 h 4473131"/>
              <a:gd name="connsiteX2-89" fmla="*/ 5631180 w 6202680"/>
              <a:gd name="connsiteY2-90" fmla="*/ 1729740 h 4473131"/>
              <a:gd name="connsiteX3-91" fmla="*/ 0 w 6202680"/>
              <a:gd name="connsiteY3-92" fmla="*/ 4427220 h 4473131"/>
              <a:gd name="connsiteX4-93" fmla="*/ 5158740 w 6202680"/>
              <a:gd name="connsiteY4-94" fmla="*/ 1493520 h 4473131"/>
              <a:gd name="connsiteX5-95" fmla="*/ 4450080 w 6202680"/>
              <a:gd name="connsiteY5-96" fmla="*/ 1630680 h 4473131"/>
              <a:gd name="connsiteX6-97" fmla="*/ 6202680 w 6202680"/>
              <a:gd name="connsiteY6-98" fmla="*/ 0 h 4473131"/>
              <a:gd name="connsiteX0-99" fmla="*/ 6202680 w 6202680"/>
              <a:gd name="connsiteY0-100" fmla="*/ 0 h 4473131"/>
              <a:gd name="connsiteX1-101" fmla="*/ 5913120 w 6202680"/>
              <a:gd name="connsiteY1-102" fmla="*/ 2354580 h 4473131"/>
              <a:gd name="connsiteX2-103" fmla="*/ 5631180 w 6202680"/>
              <a:gd name="connsiteY2-104" fmla="*/ 1729740 h 4473131"/>
              <a:gd name="connsiteX3-105" fmla="*/ 0 w 6202680"/>
              <a:gd name="connsiteY3-106" fmla="*/ 4427220 h 4473131"/>
              <a:gd name="connsiteX4-107" fmla="*/ 5158740 w 6202680"/>
              <a:gd name="connsiteY4-108" fmla="*/ 1493520 h 4473131"/>
              <a:gd name="connsiteX5-109" fmla="*/ 4450080 w 6202680"/>
              <a:gd name="connsiteY5-110" fmla="*/ 1630680 h 4473131"/>
              <a:gd name="connsiteX6-111" fmla="*/ 6202680 w 6202680"/>
              <a:gd name="connsiteY6-112" fmla="*/ 0 h 44731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202680" h="4473131">
                <a:moveTo>
                  <a:pt x="6202680" y="0"/>
                </a:moveTo>
                <a:lnTo>
                  <a:pt x="5913120" y="2354580"/>
                </a:lnTo>
                <a:lnTo>
                  <a:pt x="5631180" y="1729740"/>
                </a:lnTo>
                <a:cubicBezTo>
                  <a:pt x="4020820" y="4815840"/>
                  <a:pt x="436880" y="4503420"/>
                  <a:pt x="0" y="4427220"/>
                </a:cubicBezTo>
                <a:cubicBezTo>
                  <a:pt x="980440" y="4508500"/>
                  <a:pt x="3797300" y="3858260"/>
                  <a:pt x="5158740" y="1493520"/>
                </a:cubicBezTo>
                <a:lnTo>
                  <a:pt x="4450080" y="1630680"/>
                </a:lnTo>
                <a:lnTo>
                  <a:pt x="620268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0"/>
                </a:schemeClr>
              </a:gs>
              <a:gs pos="9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ExtraLight" panose="020B0200000000000000" pitchFamily="34" charset="-122"/>
              <a:ea typeface="思源黑体 CN ExtraLight" panose="020B0200000000000000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文本框 166"/>
          <p:cNvSpPr txBox="1"/>
          <p:nvPr/>
        </p:nvSpPr>
        <p:spPr>
          <a:xfrm>
            <a:off x="3570514" y="2644170"/>
            <a:ext cx="505097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73000">
                      <a:schemeClr val="accent3"/>
                    </a:gs>
                    <a:gs pos="0">
                      <a:schemeClr val="accent1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THANK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73000">
                    <a:schemeClr val="accent3"/>
                  </a:gs>
                  <a:gs pos="0">
                    <a:schemeClr val="accent1"/>
                  </a:gs>
                </a:gsLst>
                <a:lin ang="2700000" scaled="1"/>
                <a:tileRect/>
              </a:gra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2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3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4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5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6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7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8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9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10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11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12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13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14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15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16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17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18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19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20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21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22.xml><?xml version="1.0" encoding="utf-8"?>
<p:tagLst xmlns:p="http://schemas.openxmlformats.org/presentationml/2006/main">
  <p:tag name="KSO_WM_DIAGRAM_VIRTUALLY_FRAME" val="{&quot;height&quot;:194.05700787401574,&quot;left&quot;:97.10212598425196,&quot;top&quot;:135.72236220472442,&quot;width&quot;:388.7975590551181}"/>
</p:tagLst>
</file>

<file path=ppt/tags/tag23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24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25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26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27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28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29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30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31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32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33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34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35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36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37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38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39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866.75}"/>
</p:tagLst>
</file>

<file path=ppt/tags/tag40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41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42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43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44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45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46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47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48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49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50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51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52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53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54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55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56.xml><?xml version="1.0" encoding="utf-8"?>
<p:tagLst xmlns:p="http://schemas.openxmlformats.org/presentationml/2006/main">
  <p:tag name="KSO_WM_DIAGRAM_VIRTUALLY_FRAME" val="{&quot;height&quot;:345.1089763779528,&quot;left&quot;:46.25,&quot;top&quot;:131.42866141732284,&quot;width&quot;:914.2770866141731}"/>
</p:tagLst>
</file>

<file path=ppt/tags/tag57.xml><?xml version="1.0" encoding="utf-8"?>
<p:tagLst xmlns:p="http://schemas.openxmlformats.org/presentationml/2006/main">
  <p:tag name="KSO_WM_UNIT_NOCLEAR" val="0"/>
  <p:tag name="KSO_WM_UNIT_VALUE" val="38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04635_1*f*2"/>
  <p:tag name="KSO_WM_TEMPLATE_CATEGORY" val="diagram"/>
  <p:tag name="KSO_WM_TEMPLATE_INDEX" val="20204635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"/>
  <p:tag name="KSO_WM_UNIT_SUBTYPE" val="a"/>
  <p:tag name="KSO_WM_UNIT_TEXT_FILL_FORE_SCHEMECOLOR_INDEX_BRIGHTNESS" val="0.25"/>
  <p:tag name="KSO_WM_UNIT_TEXT_FILL_FORE_SCHEMECOLOR_INDEX" val="13"/>
  <p:tag name="KSO_WM_UNIT_TEXT_FILL_TYPE" val="1"/>
</p:tagLst>
</file>

<file path=ppt/tags/tag58.xml><?xml version="1.0" encoding="utf-8"?>
<p:tagLst xmlns:p="http://schemas.openxmlformats.org/presentationml/2006/main">
  <p:tag name="KSO_WM_UNIT_NOCLEAR" val="0"/>
  <p:tag name="KSO_WM_UNIT_VALUE" val="38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04635_1*f*2"/>
  <p:tag name="KSO_WM_TEMPLATE_CATEGORY" val="diagram"/>
  <p:tag name="KSO_WM_TEMPLATE_INDEX" val="20204635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"/>
  <p:tag name="KSO_WM_UNIT_SUBTYPE" val="a"/>
  <p:tag name="KSO_WM_UNIT_TEXT_FILL_FORE_SCHEMECOLOR_INDEX_BRIGHTNESS" val="0.25"/>
  <p:tag name="KSO_WM_UNIT_TEXT_FILL_FORE_SCHEMECOLOR_INDEX" val="13"/>
  <p:tag name="KSO_WM_UNIT_TEXT_FILL_TYPE" val="1"/>
</p:tagLst>
</file>

<file path=ppt/tags/tag59.xml><?xml version="1.0" encoding="utf-8"?>
<p:tagLst xmlns:p="http://schemas.openxmlformats.org/presentationml/2006/main">
  <p:tag name="KSO_WM_UNIT_NOCLEAR" val="0"/>
  <p:tag name="KSO_WM_UNIT_VALUE" val="38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04635_1*f*2"/>
  <p:tag name="KSO_WM_TEMPLATE_CATEGORY" val="diagram"/>
  <p:tag name="KSO_WM_TEMPLATE_INDEX" val="20204635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"/>
  <p:tag name="KSO_WM_UNIT_SUBTYPE" val="a"/>
  <p:tag name="KSO_WM_UNIT_TEXT_FILL_FORE_SCHEMECOLOR_INDEX_BRIGHTNESS" val="0.25"/>
  <p:tag name="KSO_WM_UNIT_TEXT_FILL_FORE_SCHEMECOLOR_INDEX" val="13"/>
  <p:tag name="KSO_WM_UNIT_TEXT_FILL_TYPE" val="1"/>
</p:tagLst>
</file>

<file path=ppt/tags/tag60.xml><?xml version="1.0" encoding="utf-8"?>
<p:tagLst xmlns:p="http://schemas.openxmlformats.org/presentationml/2006/main">
  <p:tag name="KSO_WM_UNIT_NOCLEAR" val="0"/>
  <p:tag name="KSO_WM_UNIT_VALUE" val="38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04635_1*f*2"/>
  <p:tag name="KSO_WM_TEMPLATE_CATEGORY" val="diagram"/>
  <p:tag name="KSO_WM_TEMPLATE_INDEX" val="20204635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"/>
  <p:tag name="KSO_WM_UNIT_SUBTYPE" val="a"/>
  <p:tag name="KSO_WM_UNIT_TEXT_FILL_FORE_SCHEMECOLOR_INDEX_BRIGHTNESS" val="0.25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2ACE3"/>
      </a:accent1>
      <a:accent2>
        <a:srgbClr val="028FC4"/>
      </a:accent2>
      <a:accent3>
        <a:srgbClr val="0E87DA"/>
      </a:accent3>
      <a:accent4>
        <a:srgbClr val="FE8301"/>
      </a:accent4>
      <a:accent5>
        <a:srgbClr val="FEBA4F"/>
      </a:accent5>
      <a:accent6>
        <a:srgbClr val="929292"/>
      </a:accent6>
      <a:hlink>
        <a:srgbClr val="4472C4"/>
      </a:hlink>
      <a:folHlink>
        <a:srgbClr val="BFBFBF"/>
      </a:folHlink>
    </a:clrScheme>
    <a:fontScheme name="渐变蓝简约">
      <a:majorFont>
        <a:latin typeface="思源黑体 CN Normal"/>
        <a:ea typeface="思源黑体 CN Normal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2ACE3"/>
    </a:accent1>
    <a:accent2>
      <a:srgbClr val="028FC4"/>
    </a:accent2>
    <a:accent3>
      <a:srgbClr val="0E87DA"/>
    </a:accent3>
    <a:accent4>
      <a:srgbClr val="FE8301"/>
    </a:accent4>
    <a:accent5>
      <a:srgbClr val="FEBA4F"/>
    </a:accent5>
    <a:accent6>
      <a:srgbClr val="929292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2ACE3"/>
    </a:accent1>
    <a:accent2>
      <a:srgbClr val="028FC4"/>
    </a:accent2>
    <a:accent3>
      <a:srgbClr val="0E87DA"/>
    </a:accent3>
    <a:accent4>
      <a:srgbClr val="FE8301"/>
    </a:accent4>
    <a:accent5>
      <a:srgbClr val="FEBA4F"/>
    </a:accent5>
    <a:accent6>
      <a:srgbClr val="929292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1221</Words>
  <Application>WPS 演示</Application>
  <PresentationFormat>宽屏</PresentationFormat>
  <Paragraphs>182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思源黑体 CN Normal</vt:lpstr>
      <vt:lpstr>黑体</vt:lpstr>
      <vt:lpstr>微软雅黑 Light</vt:lpstr>
      <vt:lpstr>Segoe UI Light</vt:lpstr>
      <vt:lpstr>微软雅黑</vt:lpstr>
      <vt:lpstr>OPPOSans R</vt:lpstr>
      <vt:lpstr>思源黑体 CN ExtraLight</vt:lpstr>
      <vt:lpstr>阿里巴巴普惠体 B</vt:lpstr>
      <vt:lpstr>阿里巴巴普惠体 L</vt:lpstr>
      <vt:lpstr>Arial Unicode MS</vt:lpstr>
      <vt:lpstr>等线</vt:lpstr>
      <vt:lpstr>Calibri</vt:lpstr>
      <vt:lpstr>思源黑体 CN ExtraLight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書 翰</dc:creator>
  <cp:lastModifiedBy>陈宁致</cp:lastModifiedBy>
  <cp:revision>13</cp:revision>
  <dcterms:created xsi:type="dcterms:W3CDTF">2022-07-31T06:37:00Z</dcterms:created>
  <dcterms:modified xsi:type="dcterms:W3CDTF">2025-12-29T16:30:19Z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6465AAEF31314FC982D90D4C2EBF5A62_13</vt:lpwstr>
  </property>
  <property fmtid="{D5CDD505-2E9C-101B-9397-08002B2CF9AE}" pid="3" name="KSOProductBuildVer">
    <vt:lpwstr>2052-12.1.0.23542</vt:lpwstr>
  </property>
</Properties>
</file>